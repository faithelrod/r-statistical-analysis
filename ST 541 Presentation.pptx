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3"/>
  </p:notesMasterIdLst>
  <p:sldIdLst>
    <p:sldId id="256" r:id="rId5"/>
    <p:sldId id="258" r:id="rId6"/>
    <p:sldId id="264" r:id="rId7"/>
    <p:sldId id="259" r:id="rId8"/>
    <p:sldId id="275" r:id="rId9"/>
    <p:sldId id="278" r:id="rId10"/>
    <p:sldId id="269" r:id="rId11"/>
    <p:sldId id="271" r:id="rId12"/>
    <p:sldId id="272" r:id="rId13"/>
    <p:sldId id="273" r:id="rId14"/>
    <p:sldId id="279" r:id="rId15"/>
    <p:sldId id="280" r:id="rId16"/>
    <p:sldId id="281" r:id="rId17"/>
    <p:sldId id="282" r:id="rId18"/>
    <p:sldId id="283" r:id="rId19"/>
    <p:sldId id="284" r:id="rId20"/>
    <p:sldId id="274" r:id="rId21"/>
    <p:sldId id="286" r:id="rId22"/>
    <p:sldId id="287" r:id="rId23"/>
    <p:sldId id="261" r:id="rId24"/>
    <p:sldId id="266" r:id="rId25"/>
    <p:sldId id="267" r:id="rId26"/>
    <p:sldId id="268" r:id="rId27"/>
    <p:sldId id="262" r:id="rId28"/>
    <p:sldId id="263" r:id="rId29"/>
    <p:sldId id="277" r:id="rId30"/>
    <p:sldId id="276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FA60E-6AF7-1877-A1D9-A4DD862A1B98}" v="188" dt="2025-12-03T19:21:49.794"/>
    <p1510:client id="{23B6AA15-B570-456E-92D0-47AEC9FE33F2}" v="20" dt="2025-12-02T17:24:42.619"/>
    <p1510:client id="{2B336B36-EA71-EC5C-334C-5A97428611C4}" v="27" dt="2025-12-03T21:18:43.284"/>
    <p1510:client id="{3DEFFB54-F68A-201F-8D58-BBB0B8048496}" v="763" dt="2025-12-02T04:36:03.881"/>
    <p1510:client id="{EE5AB0F2-E766-95E6-C78B-03FE182CB477}" v="806" dt="2025-12-03T20:30:36.312"/>
    <p1510:client id="{F9A574F4-F6ED-6D24-1A00-40984701997F}" v="40" dt="2025-12-02T21:21:54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dy Taylor" userId="S::crtaylor15@crimson.ua.edu::fe659dd9-56ac-4e40-986f-f3b067767590" providerId="AD" clId="Web-{3DEFFB54-F68A-201F-8D58-BBB0B8048496}"/>
    <pc:docChg chg="addSld delSld modSld">
      <pc:chgData name="Cody Taylor" userId="S::crtaylor15@crimson.ua.edu::fe659dd9-56ac-4e40-986f-f3b067767590" providerId="AD" clId="Web-{3DEFFB54-F68A-201F-8D58-BBB0B8048496}" dt="2025-12-02T04:36:03.881" v="740" actId="20577"/>
      <pc:docMkLst>
        <pc:docMk/>
      </pc:docMkLst>
      <pc:sldChg chg="modSp">
        <pc:chgData name="Cody Taylor" userId="S::crtaylor15@crimson.ua.edu::fe659dd9-56ac-4e40-986f-f3b067767590" providerId="AD" clId="Web-{3DEFFB54-F68A-201F-8D58-BBB0B8048496}" dt="2025-12-02T03:30:24.742" v="305" actId="20577"/>
        <pc:sldMkLst>
          <pc:docMk/>
          <pc:sldMk cId="2739926643" sldId="259"/>
        </pc:sldMkLst>
        <pc:spChg chg="mod">
          <ac:chgData name="Cody Taylor" userId="S::crtaylor15@crimson.ua.edu::fe659dd9-56ac-4e40-986f-f3b067767590" providerId="AD" clId="Web-{3DEFFB54-F68A-201F-8D58-BBB0B8048496}" dt="2025-12-02T03:30:24.742" v="305" actId="20577"/>
          <ac:spMkLst>
            <pc:docMk/>
            <pc:sldMk cId="2739926643" sldId="259"/>
            <ac:spMk id="3" creationId="{29C0B74E-10C3-327A-4451-481B80D2F614}"/>
          </ac:spMkLst>
        </pc:spChg>
      </pc:sldChg>
      <pc:sldChg chg="modSp del">
        <pc:chgData name="Cody Taylor" userId="S::crtaylor15@crimson.ua.edu::fe659dd9-56ac-4e40-986f-f3b067767590" providerId="AD" clId="Web-{3DEFFB54-F68A-201F-8D58-BBB0B8048496}" dt="2025-12-02T03:02:06.203" v="245"/>
        <pc:sldMkLst>
          <pc:docMk/>
          <pc:sldMk cId="1125882604" sldId="260"/>
        </pc:sldMkLst>
        <pc:spChg chg="mod">
          <ac:chgData name="Cody Taylor" userId="S::crtaylor15@crimson.ua.edu::fe659dd9-56ac-4e40-986f-f3b067767590" providerId="AD" clId="Web-{3DEFFB54-F68A-201F-8D58-BBB0B8048496}" dt="2025-12-02T03:01:11.951" v="236" actId="20577"/>
          <ac:spMkLst>
            <pc:docMk/>
            <pc:sldMk cId="1125882604" sldId="260"/>
            <ac:spMk id="3" creationId="{8B7CD268-C467-CE1D-95DB-BD8B0DB19854}"/>
          </ac:spMkLst>
        </pc:spChg>
      </pc:sldChg>
      <pc:sldChg chg="modSp">
        <pc:chgData name="Cody Taylor" userId="S::crtaylor15@crimson.ua.edu::fe659dd9-56ac-4e40-986f-f3b067767590" providerId="AD" clId="Web-{3DEFFB54-F68A-201F-8D58-BBB0B8048496}" dt="2025-12-01T19:41:12.722" v="2" actId="20577"/>
        <pc:sldMkLst>
          <pc:docMk/>
          <pc:sldMk cId="2920730655" sldId="263"/>
        </pc:sldMkLst>
        <pc:spChg chg="mod">
          <ac:chgData name="Cody Taylor" userId="S::crtaylor15@crimson.ua.edu::fe659dd9-56ac-4e40-986f-f3b067767590" providerId="AD" clId="Web-{3DEFFB54-F68A-201F-8D58-BBB0B8048496}" dt="2025-12-01T19:41:12.722" v="2" actId="20577"/>
          <ac:spMkLst>
            <pc:docMk/>
            <pc:sldMk cId="2920730655" sldId="263"/>
            <ac:spMk id="2" creationId="{99C12670-6B47-1218-EF5C-415EDDA51AB5}"/>
          </ac:spMkLst>
        </pc:spChg>
      </pc:sldChg>
      <pc:sldChg chg="modSp add replId">
        <pc:chgData name="Cody Taylor" userId="S::crtaylor15@crimson.ua.edu::fe659dd9-56ac-4e40-986f-f3b067767590" providerId="AD" clId="Web-{3DEFFB54-F68A-201F-8D58-BBB0B8048496}" dt="2025-12-02T03:05:46.502" v="300" actId="20577"/>
        <pc:sldMkLst>
          <pc:docMk/>
          <pc:sldMk cId="661938299" sldId="269"/>
        </pc:sldMkLst>
        <pc:spChg chg="mod">
          <ac:chgData name="Cody Taylor" userId="S::crtaylor15@crimson.ua.edu::fe659dd9-56ac-4e40-986f-f3b067767590" providerId="AD" clId="Web-{3DEFFB54-F68A-201F-8D58-BBB0B8048496}" dt="2025-12-02T03:02:24.531" v="265" actId="20577"/>
          <ac:spMkLst>
            <pc:docMk/>
            <pc:sldMk cId="661938299" sldId="269"/>
            <ac:spMk id="2" creationId="{F322D09B-55E3-04FD-2A53-742C49D2CAF3}"/>
          </ac:spMkLst>
        </pc:spChg>
        <pc:spChg chg="mod">
          <ac:chgData name="Cody Taylor" userId="S::crtaylor15@crimson.ua.edu::fe659dd9-56ac-4e40-986f-f3b067767590" providerId="AD" clId="Web-{3DEFFB54-F68A-201F-8D58-BBB0B8048496}" dt="2025-12-02T03:05:46.502" v="300" actId="20577"/>
          <ac:spMkLst>
            <pc:docMk/>
            <pc:sldMk cId="661938299" sldId="269"/>
            <ac:spMk id="3" creationId="{B8EFF043-D85D-9518-6E19-D560DC78171D}"/>
          </ac:spMkLst>
        </pc:spChg>
      </pc:sldChg>
      <pc:sldChg chg="add replId">
        <pc:chgData name="Cody Taylor" userId="S::crtaylor15@crimson.ua.edu::fe659dd9-56ac-4e40-986f-f3b067767590" providerId="AD" clId="Web-{3DEFFB54-F68A-201F-8D58-BBB0B8048496}" dt="2025-12-02T03:02:31.782" v="266"/>
        <pc:sldMkLst>
          <pc:docMk/>
          <pc:sldMk cId="1007331012" sldId="270"/>
        </pc:sldMkLst>
      </pc:sldChg>
      <pc:sldChg chg="addSp delSp modSp add replId">
        <pc:chgData name="Cody Taylor" userId="S::crtaylor15@crimson.ua.edu::fe659dd9-56ac-4e40-986f-f3b067767590" providerId="AD" clId="Web-{3DEFFB54-F68A-201F-8D58-BBB0B8048496}" dt="2025-12-02T04:27:16.525" v="524" actId="20577"/>
        <pc:sldMkLst>
          <pc:docMk/>
          <pc:sldMk cId="1928567701" sldId="271"/>
        </pc:sldMkLst>
        <pc:spChg chg="mod">
          <ac:chgData name="Cody Taylor" userId="S::crtaylor15@crimson.ua.edu::fe659dd9-56ac-4e40-986f-f3b067767590" providerId="AD" clId="Web-{3DEFFB54-F68A-201F-8D58-BBB0B8048496}" dt="2025-12-02T04:22:42.184" v="410" actId="20577"/>
          <ac:spMkLst>
            <pc:docMk/>
            <pc:sldMk cId="1928567701" sldId="271"/>
            <ac:spMk id="2" creationId="{4177F72F-5A1F-699D-175B-887880EFAAA4}"/>
          </ac:spMkLst>
        </pc:spChg>
        <pc:spChg chg="del mod">
          <ac:chgData name="Cody Taylor" userId="S::crtaylor15@crimson.ua.edu::fe659dd9-56ac-4e40-986f-f3b067767590" providerId="AD" clId="Web-{3DEFFB54-F68A-201F-8D58-BBB0B8048496}" dt="2025-12-02T04:20:13.625" v="322"/>
          <ac:spMkLst>
            <pc:docMk/>
            <pc:sldMk cId="1928567701" sldId="271"/>
            <ac:spMk id="3" creationId="{B5AE0DAF-2845-57EE-4F1F-C8FB63B0C985}"/>
          </ac:spMkLst>
        </pc:spChg>
        <pc:spChg chg="add mod">
          <ac:chgData name="Cody Taylor" userId="S::crtaylor15@crimson.ua.edu::fe659dd9-56ac-4e40-986f-f3b067767590" providerId="AD" clId="Web-{3DEFFB54-F68A-201F-8D58-BBB0B8048496}" dt="2025-12-02T04:27:16.525" v="524" actId="20577"/>
          <ac:spMkLst>
            <pc:docMk/>
            <pc:sldMk cId="1928567701" sldId="271"/>
            <ac:spMk id="6" creationId="{83681E9B-5175-3BA0-380C-F468DDEB9949}"/>
          </ac:spMkLst>
        </pc:spChg>
        <pc:picChg chg="add mod ord">
          <ac:chgData name="Cody Taylor" userId="S::crtaylor15@crimson.ua.edu::fe659dd9-56ac-4e40-986f-f3b067767590" providerId="AD" clId="Web-{3DEFFB54-F68A-201F-8D58-BBB0B8048496}" dt="2025-12-02T04:22:06.369" v="359" actId="1076"/>
          <ac:picMkLst>
            <pc:docMk/>
            <pc:sldMk cId="1928567701" sldId="271"/>
            <ac:picMk id="4" creationId="{597D138A-8209-F486-8937-262B97610DE3}"/>
          </ac:picMkLst>
        </pc:picChg>
      </pc:sldChg>
      <pc:sldChg chg="addSp delSp modSp add replId">
        <pc:chgData name="Cody Taylor" userId="S::crtaylor15@crimson.ua.edu::fe659dd9-56ac-4e40-986f-f3b067767590" providerId="AD" clId="Web-{3DEFFB54-F68A-201F-8D58-BBB0B8048496}" dt="2025-12-02T04:30:34.406" v="613" actId="20577"/>
        <pc:sldMkLst>
          <pc:docMk/>
          <pc:sldMk cId="1674844248" sldId="272"/>
        </pc:sldMkLst>
        <pc:spChg chg="add del mod">
          <ac:chgData name="Cody Taylor" userId="S::crtaylor15@crimson.ua.edu::fe659dd9-56ac-4e40-986f-f3b067767590" providerId="AD" clId="Web-{3DEFFB54-F68A-201F-8D58-BBB0B8048496}" dt="2025-12-02T04:28:54.794" v="527"/>
          <ac:spMkLst>
            <pc:docMk/>
            <pc:sldMk cId="1674844248" sldId="272"/>
            <ac:spMk id="5" creationId="{C71F258E-68BC-08DE-B391-173F9D8F47F2}"/>
          </ac:spMkLst>
        </pc:spChg>
        <pc:spChg chg="mod">
          <ac:chgData name="Cody Taylor" userId="S::crtaylor15@crimson.ua.edu::fe659dd9-56ac-4e40-986f-f3b067767590" providerId="AD" clId="Web-{3DEFFB54-F68A-201F-8D58-BBB0B8048496}" dt="2025-12-02T04:30:34.406" v="613" actId="20577"/>
          <ac:spMkLst>
            <pc:docMk/>
            <pc:sldMk cId="1674844248" sldId="272"/>
            <ac:spMk id="6" creationId="{617DB1D5-3882-AF05-1CD5-9B201928456A}"/>
          </ac:spMkLst>
        </pc:spChg>
        <pc:picChg chg="del">
          <ac:chgData name="Cody Taylor" userId="S::crtaylor15@crimson.ua.edu::fe659dd9-56ac-4e40-986f-f3b067767590" providerId="AD" clId="Web-{3DEFFB54-F68A-201F-8D58-BBB0B8048496}" dt="2025-12-02T04:28:53.669" v="526"/>
          <ac:picMkLst>
            <pc:docMk/>
            <pc:sldMk cId="1674844248" sldId="272"/>
            <ac:picMk id="4" creationId="{C2A90DEB-FC56-0F72-7AAF-D1C6A42ED5BA}"/>
          </ac:picMkLst>
        </pc:picChg>
        <pc:picChg chg="add mod ord">
          <ac:chgData name="Cody Taylor" userId="S::crtaylor15@crimson.ua.edu::fe659dd9-56ac-4e40-986f-f3b067767590" providerId="AD" clId="Web-{3DEFFB54-F68A-201F-8D58-BBB0B8048496}" dt="2025-12-02T04:29:51.499" v="535" actId="1076"/>
          <ac:picMkLst>
            <pc:docMk/>
            <pc:sldMk cId="1674844248" sldId="272"/>
            <ac:picMk id="7" creationId="{0AF998B0-9952-3090-2C3D-97CB18DC85E9}"/>
          </ac:picMkLst>
        </pc:picChg>
      </pc:sldChg>
      <pc:sldChg chg="addSp delSp modSp add replId">
        <pc:chgData name="Cody Taylor" userId="S::crtaylor15@crimson.ua.edu::fe659dd9-56ac-4e40-986f-f3b067767590" providerId="AD" clId="Web-{3DEFFB54-F68A-201F-8D58-BBB0B8048496}" dt="2025-12-02T04:33:15.681" v="658"/>
        <pc:sldMkLst>
          <pc:docMk/>
          <pc:sldMk cId="2112440428" sldId="273"/>
        </pc:sldMkLst>
        <pc:spChg chg="add del mod">
          <ac:chgData name="Cody Taylor" userId="S::crtaylor15@crimson.ua.edu::fe659dd9-56ac-4e40-986f-f3b067767590" providerId="AD" clId="Web-{3DEFFB54-F68A-201F-8D58-BBB0B8048496}" dt="2025-12-02T04:33:15.681" v="658"/>
          <ac:spMkLst>
            <pc:docMk/>
            <pc:sldMk cId="2112440428" sldId="273"/>
            <ac:spMk id="5" creationId="{8E425DD9-6A72-8A5F-C76E-8D664AB0E4C0}"/>
          </ac:spMkLst>
        </pc:spChg>
        <pc:spChg chg="mod">
          <ac:chgData name="Cody Taylor" userId="S::crtaylor15@crimson.ua.edu::fe659dd9-56ac-4e40-986f-f3b067767590" providerId="AD" clId="Web-{3DEFFB54-F68A-201F-8D58-BBB0B8048496}" dt="2025-12-02T04:32:27.378" v="651" actId="20577"/>
          <ac:spMkLst>
            <pc:docMk/>
            <pc:sldMk cId="2112440428" sldId="273"/>
            <ac:spMk id="6" creationId="{3F7ECCCE-E991-8286-6A4B-A1FFE660040F}"/>
          </ac:spMkLst>
        </pc:spChg>
        <pc:picChg chg="add mod">
          <ac:chgData name="Cody Taylor" userId="S::crtaylor15@crimson.ua.edu::fe659dd9-56ac-4e40-986f-f3b067767590" providerId="AD" clId="Web-{3DEFFB54-F68A-201F-8D58-BBB0B8048496}" dt="2025-12-02T04:32:56.568" v="657" actId="1076"/>
          <ac:picMkLst>
            <pc:docMk/>
            <pc:sldMk cId="2112440428" sldId="273"/>
            <ac:picMk id="3" creationId="{45263579-1853-B7FA-3C96-CD4DAB28796D}"/>
          </ac:picMkLst>
        </pc:picChg>
        <pc:picChg chg="del">
          <ac:chgData name="Cody Taylor" userId="S::crtaylor15@crimson.ua.edu::fe659dd9-56ac-4e40-986f-f3b067767590" providerId="AD" clId="Web-{3DEFFB54-F68A-201F-8D58-BBB0B8048496}" dt="2025-12-02T04:32:38.113" v="654"/>
          <ac:picMkLst>
            <pc:docMk/>
            <pc:sldMk cId="2112440428" sldId="273"/>
            <ac:picMk id="7" creationId="{37C0813B-9D41-34B9-1661-AE477DF3CC26}"/>
          </ac:picMkLst>
        </pc:picChg>
      </pc:sldChg>
      <pc:sldChg chg="addSp delSp modSp add replId">
        <pc:chgData name="Cody Taylor" userId="S::crtaylor15@crimson.ua.edu::fe659dd9-56ac-4e40-986f-f3b067767590" providerId="AD" clId="Web-{3DEFFB54-F68A-201F-8D58-BBB0B8048496}" dt="2025-12-02T04:36:03.881" v="740" actId="20577"/>
        <pc:sldMkLst>
          <pc:docMk/>
          <pc:sldMk cId="4045211635" sldId="274"/>
        </pc:sldMkLst>
        <pc:spChg chg="mod">
          <ac:chgData name="Cody Taylor" userId="S::crtaylor15@crimson.ua.edu::fe659dd9-56ac-4e40-986f-f3b067767590" providerId="AD" clId="Web-{3DEFFB54-F68A-201F-8D58-BBB0B8048496}" dt="2025-12-02T04:36:03.881" v="740" actId="20577"/>
          <ac:spMkLst>
            <pc:docMk/>
            <pc:sldMk cId="4045211635" sldId="274"/>
            <ac:spMk id="6" creationId="{4E0E5A2E-E562-C273-2631-20926AA18A30}"/>
          </ac:spMkLst>
        </pc:spChg>
        <pc:picChg chg="del">
          <ac:chgData name="Cody Taylor" userId="S::crtaylor15@crimson.ua.edu::fe659dd9-56ac-4e40-986f-f3b067767590" providerId="AD" clId="Web-{3DEFFB54-F68A-201F-8D58-BBB0B8048496}" dt="2025-12-02T04:34:05.566" v="736"/>
          <ac:picMkLst>
            <pc:docMk/>
            <pc:sldMk cId="4045211635" sldId="274"/>
            <ac:picMk id="3" creationId="{3944BCD0-2129-BE5A-D927-0CF1EAAB8BB7}"/>
          </ac:picMkLst>
        </pc:picChg>
        <pc:picChg chg="add mod">
          <ac:chgData name="Cody Taylor" userId="S::crtaylor15@crimson.ua.edu::fe659dd9-56ac-4e40-986f-f3b067767590" providerId="AD" clId="Web-{3DEFFB54-F68A-201F-8D58-BBB0B8048496}" dt="2025-12-02T04:35:01.732" v="738" actId="1076"/>
          <ac:picMkLst>
            <pc:docMk/>
            <pc:sldMk cId="4045211635" sldId="274"/>
            <ac:picMk id="4" creationId="{B62539A4-62FC-0FE7-817E-098183E4AC44}"/>
          </ac:picMkLst>
        </pc:picChg>
      </pc:sldChg>
    </pc:docChg>
  </pc:docChgLst>
  <pc:docChgLst>
    <pc:chgData name="Faith Elrod" userId="d830d39f-96cb-4cd4-885a-c76c6bf32e04" providerId="ADAL" clId="{44BF787B-E134-4CE4-B587-2F7C529FD700}"/>
    <pc:docChg chg="undo custSel addSld delSld modSld">
      <pc:chgData name="Faith Elrod" userId="d830d39f-96cb-4cd4-885a-c76c6bf32e04" providerId="ADAL" clId="{44BF787B-E134-4CE4-B587-2F7C529FD700}" dt="2025-12-02T18:05:40.047" v="5550" actId="47"/>
      <pc:docMkLst>
        <pc:docMk/>
      </pc:docMkLst>
      <pc:sldChg chg="modSp mod modNotesTx">
        <pc:chgData name="Faith Elrod" userId="d830d39f-96cb-4cd4-885a-c76c6bf32e04" providerId="ADAL" clId="{44BF787B-E134-4CE4-B587-2F7C529FD700}" dt="2025-11-17T23:46:26.518" v="815" actId="20577"/>
        <pc:sldMkLst>
          <pc:docMk/>
          <pc:sldMk cId="3605053050" sldId="258"/>
        </pc:sldMkLst>
        <pc:spChg chg="mod">
          <ac:chgData name="Faith Elrod" userId="d830d39f-96cb-4cd4-885a-c76c6bf32e04" providerId="ADAL" clId="{44BF787B-E134-4CE4-B587-2F7C529FD700}" dt="2025-11-17T21:47:05.912" v="568" actId="20577"/>
          <ac:spMkLst>
            <pc:docMk/>
            <pc:sldMk cId="3605053050" sldId="258"/>
            <ac:spMk id="2" creationId="{68F0617B-41D6-EFDE-E085-0FD3F7C0A2D5}"/>
          </ac:spMkLst>
        </pc:spChg>
        <pc:spChg chg="mod">
          <ac:chgData name="Faith Elrod" userId="d830d39f-96cb-4cd4-885a-c76c6bf32e04" providerId="ADAL" clId="{44BF787B-E134-4CE4-B587-2F7C529FD700}" dt="2025-11-17T23:46:26.518" v="815" actId="20577"/>
          <ac:spMkLst>
            <pc:docMk/>
            <pc:sldMk cId="3605053050" sldId="258"/>
            <ac:spMk id="3" creationId="{6B17A981-95CE-01D6-90AD-165FFFE59366}"/>
          </ac:spMkLst>
        </pc:spChg>
      </pc:sldChg>
      <pc:sldChg chg="addSp modSp mod modNotesTx">
        <pc:chgData name="Faith Elrod" userId="d830d39f-96cb-4cd4-885a-c76c6bf32e04" providerId="ADAL" clId="{44BF787B-E134-4CE4-B587-2F7C529FD700}" dt="2025-12-02T16:52:22.198" v="3554" actId="20577"/>
        <pc:sldMkLst>
          <pc:docMk/>
          <pc:sldMk cId="2739926643" sldId="259"/>
        </pc:sldMkLst>
        <pc:spChg chg="mod">
          <ac:chgData name="Faith Elrod" userId="d830d39f-96cb-4cd4-885a-c76c6bf32e04" providerId="ADAL" clId="{44BF787B-E134-4CE4-B587-2F7C529FD700}" dt="2025-11-18T00:37:46.328" v="1407" actId="27636"/>
          <ac:spMkLst>
            <pc:docMk/>
            <pc:sldMk cId="2739926643" sldId="259"/>
            <ac:spMk id="2" creationId="{7E913BB4-34FC-685B-3FA8-56EB219868BB}"/>
          </ac:spMkLst>
        </pc:spChg>
        <pc:spChg chg="mod">
          <ac:chgData name="Faith Elrod" userId="d830d39f-96cb-4cd4-885a-c76c6bf32e04" providerId="ADAL" clId="{44BF787B-E134-4CE4-B587-2F7C529FD700}" dt="2025-12-02T16:13:19.265" v="2120" actId="20577"/>
          <ac:spMkLst>
            <pc:docMk/>
            <pc:sldMk cId="2739926643" sldId="259"/>
            <ac:spMk id="3" creationId="{29C0B74E-10C3-327A-4451-481B80D2F614}"/>
          </ac:spMkLst>
        </pc:spChg>
        <pc:spChg chg="add">
          <ac:chgData name="Faith Elrod" userId="d830d39f-96cb-4cd4-885a-c76c6bf32e04" providerId="ADAL" clId="{44BF787B-E134-4CE4-B587-2F7C529FD700}" dt="2025-12-02T16:08:16.164" v="1506"/>
          <ac:spMkLst>
            <pc:docMk/>
            <pc:sldMk cId="2739926643" sldId="259"/>
            <ac:spMk id="4" creationId="{A1AD5693-0B5F-E60D-3285-39E3AE0203C1}"/>
          </ac:spMkLst>
        </pc:spChg>
        <pc:spChg chg="add">
          <ac:chgData name="Faith Elrod" userId="d830d39f-96cb-4cd4-885a-c76c6bf32e04" providerId="ADAL" clId="{44BF787B-E134-4CE4-B587-2F7C529FD700}" dt="2025-12-02T16:08:32.894" v="1510"/>
          <ac:spMkLst>
            <pc:docMk/>
            <pc:sldMk cId="2739926643" sldId="259"/>
            <ac:spMk id="5" creationId="{30225ECF-7B2A-DAD4-BCE2-E77A3EB1FBBB}"/>
          </ac:spMkLst>
        </pc:spChg>
        <pc:spChg chg="add">
          <ac:chgData name="Faith Elrod" userId="d830d39f-96cb-4cd4-885a-c76c6bf32e04" providerId="ADAL" clId="{44BF787B-E134-4CE4-B587-2F7C529FD700}" dt="2025-12-02T16:08:49.119" v="1546"/>
          <ac:spMkLst>
            <pc:docMk/>
            <pc:sldMk cId="2739926643" sldId="259"/>
            <ac:spMk id="6" creationId="{D34B1A4D-7A66-A5D6-1CAC-C4EFE9E21836}"/>
          </ac:spMkLst>
        </pc:spChg>
      </pc:sldChg>
      <pc:sldChg chg="modSp mod">
        <pc:chgData name="Faith Elrod" userId="d830d39f-96cb-4cd4-885a-c76c6bf32e04" providerId="ADAL" clId="{44BF787B-E134-4CE4-B587-2F7C529FD700}" dt="2025-11-17T23:10:10.553" v="631" actId="20577"/>
        <pc:sldMkLst>
          <pc:docMk/>
          <pc:sldMk cId="2923521702" sldId="261"/>
        </pc:sldMkLst>
        <pc:spChg chg="mod">
          <ac:chgData name="Faith Elrod" userId="d830d39f-96cb-4cd4-885a-c76c6bf32e04" providerId="ADAL" clId="{44BF787B-E134-4CE4-B587-2F7C529FD700}" dt="2025-11-17T23:10:10.553" v="631" actId="20577"/>
          <ac:spMkLst>
            <pc:docMk/>
            <pc:sldMk cId="2923521702" sldId="261"/>
            <ac:spMk id="2" creationId="{93095BD6-E9FC-C37E-6365-CA2CD289B08D}"/>
          </ac:spMkLst>
        </pc:spChg>
      </pc:sldChg>
      <pc:sldChg chg="modSp mod">
        <pc:chgData name="Faith Elrod" userId="d830d39f-96cb-4cd4-885a-c76c6bf32e04" providerId="ADAL" clId="{44BF787B-E134-4CE4-B587-2F7C529FD700}" dt="2025-12-02T16:41:40.884" v="3547" actId="20577"/>
        <pc:sldMkLst>
          <pc:docMk/>
          <pc:sldMk cId="1363060037" sldId="262"/>
        </pc:sldMkLst>
        <pc:spChg chg="mod">
          <ac:chgData name="Faith Elrod" userId="d830d39f-96cb-4cd4-885a-c76c6bf32e04" providerId="ADAL" clId="{44BF787B-E134-4CE4-B587-2F7C529FD700}" dt="2025-12-02T16:34:17.919" v="2649" actId="20577"/>
          <ac:spMkLst>
            <pc:docMk/>
            <pc:sldMk cId="1363060037" sldId="262"/>
            <ac:spMk id="2" creationId="{E960928C-A17C-B6F8-4A91-0E24C975CBBC}"/>
          </ac:spMkLst>
        </pc:spChg>
        <pc:spChg chg="mod">
          <ac:chgData name="Faith Elrod" userId="d830d39f-96cb-4cd4-885a-c76c6bf32e04" providerId="ADAL" clId="{44BF787B-E134-4CE4-B587-2F7C529FD700}" dt="2025-12-02T16:41:40.884" v="3547" actId="20577"/>
          <ac:spMkLst>
            <pc:docMk/>
            <pc:sldMk cId="1363060037" sldId="262"/>
            <ac:spMk id="3" creationId="{075B75A2-7045-8CEE-0650-4644E4330172}"/>
          </ac:spMkLst>
        </pc:spChg>
      </pc:sldChg>
      <pc:sldChg chg="addSp delSp modSp mod modNotesTx">
        <pc:chgData name="Faith Elrod" userId="d830d39f-96cb-4cd4-885a-c76c6bf32e04" providerId="ADAL" clId="{44BF787B-E134-4CE4-B587-2F7C529FD700}" dt="2025-12-02T17:24:34.764" v="4710" actId="20577"/>
        <pc:sldMkLst>
          <pc:docMk/>
          <pc:sldMk cId="2920730655" sldId="263"/>
        </pc:sldMkLst>
        <pc:spChg chg="mod">
          <ac:chgData name="Faith Elrod" userId="d830d39f-96cb-4cd4-885a-c76c6bf32e04" providerId="ADAL" clId="{44BF787B-E134-4CE4-B587-2F7C529FD700}" dt="2025-12-02T17:22:12.752" v="4675" actId="14100"/>
          <ac:spMkLst>
            <pc:docMk/>
            <pc:sldMk cId="2920730655" sldId="263"/>
            <ac:spMk id="2" creationId="{99C12670-6B47-1218-EF5C-415EDDA51AB5}"/>
          </ac:spMkLst>
        </pc:spChg>
        <pc:spChg chg="mod">
          <ac:chgData name="Faith Elrod" userId="d830d39f-96cb-4cd4-885a-c76c6bf32e04" providerId="ADAL" clId="{44BF787B-E134-4CE4-B587-2F7C529FD700}" dt="2025-12-02T17:24:34.764" v="4710" actId="20577"/>
          <ac:spMkLst>
            <pc:docMk/>
            <pc:sldMk cId="2920730655" sldId="263"/>
            <ac:spMk id="3" creationId="{5F0210D0-0BDE-DD07-2E00-DEB87B47B390}"/>
          </ac:spMkLst>
        </pc:spChg>
        <pc:spChg chg="add del">
          <ac:chgData name="Faith Elrod" userId="d830d39f-96cb-4cd4-885a-c76c6bf32e04" providerId="ADAL" clId="{44BF787B-E134-4CE4-B587-2F7C529FD700}" dt="2025-12-02T17:23:57.120" v="4699" actId="22"/>
          <ac:spMkLst>
            <pc:docMk/>
            <pc:sldMk cId="2920730655" sldId="263"/>
            <ac:spMk id="5" creationId="{22B102A5-A758-4C24-0551-0E5AC154D075}"/>
          </ac:spMkLst>
        </pc:spChg>
      </pc:sldChg>
      <pc:sldChg chg="modNotesTx">
        <pc:chgData name="Faith Elrod" userId="d830d39f-96cb-4cd4-885a-c76c6bf32e04" providerId="ADAL" clId="{44BF787B-E134-4CE4-B587-2F7C529FD700}" dt="2025-12-02T16:52:15.237" v="3553" actId="20577"/>
        <pc:sldMkLst>
          <pc:docMk/>
          <pc:sldMk cId="661938299" sldId="269"/>
        </pc:sldMkLst>
      </pc:sldChg>
      <pc:sldChg chg="modNotesTx">
        <pc:chgData name="Faith Elrod" userId="d830d39f-96cb-4cd4-885a-c76c6bf32e04" providerId="ADAL" clId="{44BF787B-E134-4CE4-B587-2F7C529FD700}" dt="2025-12-02T16:52:02.658" v="3549" actId="20577"/>
        <pc:sldMkLst>
          <pc:docMk/>
          <pc:sldMk cId="1007331012" sldId="270"/>
        </pc:sldMkLst>
      </pc:sldChg>
      <pc:sldChg chg="modNotesTx">
        <pc:chgData name="Faith Elrod" userId="d830d39f-96cb-4cd4-885a-c76c6bf32e04" providerId="ADAL" clId="{44BF787B-E134-4CE4-B587-2F7C529FD700}" dt="2025-12-02T16:51:56.442" v="3548" actId="20577"/>
        <pc:sldMkLst>
          <pc:docMk/>
          <pc:sldMk cId="1928567701" sldId="271"/>
        </pc:sldMkLst>
      </pc:sldChg>
      <pc:sldChg chg="modNotesTx">
        <pc:chgData name="Faith Elrod" userId="d830d39f-96cb-4cd4-885a-c76c6bf32e04" providerId="ADAL" clId="{44BF787B-E134-4CE4-B587-2F7C529FD700}" dt="2025-12-02T16:52:10.679" v="3552" actId="20577"/>
        <pc:sldMkLst>
          <pc:docMk/>
          <pc:sldMk cId="1674844248" sldId="272"/>
        </pc:sldMkLst>
      </pc:sldChg>
      <pc:sldChg chg="modNotesTx">
        <pc:chgData name="Faith Elrod" userId="d830d39f-96cb-4cd4-885a-c76c6bf32e04" providerId="ADAL" clId="{44BF787B-E134-4CE4-B587-2F7C529FD700}" dt="2025-12-02T16:52:07.997" v="3551" actId="20577"/>
        <pc:sldMkLst>
          <pc:docMk/>
          <pc:sldMk cId="2112440428" sldId="273"/>
        </pc:sldMkLst>
      </pc:sldChg>
      <pc:sldChg chg="modNotesTx">
        <pc:chgData name="Faith Elrod" userId="d830d39f-96cb-4cd4-885a-c76c6bf32e04" providerId="ADAL" clId="{44BF787B-E134-4CE4-B587-2F7C529FD700}" dt="2025-12-02T16:52:04.955" v="3550" actId="20577"/>
        <pc:sldMkLst>
          <pc:docMk/>
          <pc:sldMk cId="4045211635" sldId="274"/>
        </pc:sldMkLst>
      </pc:sldChg>
      <pc:sldChg chg="modSp new mod">
        <pc:chgData name="Faith Elrod" userId="d830d39f-96cb-4cd4-885a-c76c6bf32e04" providerId="ADAL" clId="{44BF787B-E134-4CE4-B587-2F7C529FD700}" dt="2025-12-02T16:08:07.545" v="1505" actId="1076"/>
        <pc:sldMkLst>
          <pc:docMk/>
          <pc:sldMk cId="1857871989" sldId="275"/>
        </pc:sldMkLst>
        <pc:spChg chg="mod">
          <ac:chgData name="Faith Elrod" userId="d830d39f-96cb-4cd4-885a-c76c6bf32e04" providerId="ADAL" clId="{44BF787B-E134-4CE4-B587-2F7C529FD700}" dt="2025-12-02T16:08:07.545" v="1505" actId="1076"/>
          <ac:spMkLst>
            <pc:docMk/>
            <pc:sldMk cId="1857871989" sldId="275"/>
            <ac:spMk id="2" creationId="{43CFAC93-8C16-BB2A-2EB8-B94D449CBFB4}"/>
          </ac:spMkLst>
        </pc:spChg>
        <pc:spChg chg="mod">
          <ac:chgData name="Faith Elrod" userId="d830d39f-96cb-4cd4-885a-c76c6bf32e04" providerId="ADAL" clId="{44BF787B-E134-4CE4-B587-2F7C529FD700}" dt="2025-12-02T16:07:59.297" v="1503" actId="27636"/>
          <ac:spMkLst>
            <pc:docMk/>
            <pc:sldMk cId="1857871989" sldId="275"/>
            <ac:spMk id="3" creationId="{FC5EC836-35AB-9ED3-199C-41F0E4B3E1F8}"/>
          </ac:spMkLst>
        </pc:spChg>
      </pc:sldChg>
      <pc:sldChg chg="modSp add mod">
        <pc:chgData name="Faith Elrod" userId="d830d39f-96cb-4cd4-885a-c76c6bf32e04" providerId="ADAL" clId="{44BF787B-E134-4CE4-B587-2F7C529FD700}" dt="2025-12-02T18:05:13.097" v="5549" actId="20577"/>
        <pc:sldMkLst>
          <pc:docMk/>
          <pc:sldMk cId="1449256167" sldId="276"/>
        </pc:sldMkLst>
        <pc:spChg chg="mod">
          <ac:chgData name="Faith Elrod" userId="d830d39f-96cb-4cd4-885a-c76c6bf32e04" providerId="ADAL" clId="{44BF787B-E134-4CE4-B587-2F7C529FD700}" dt="2025-12-02T17:29:04.463" v="5020" actId="27636"/>
          <ac:spMkLst>
            <pc:docMk/>
            <pc:sldMk cId="1449256167" sldId="276"/>
            <ac:spMk id="2" creationId="{B17BA8FB-5843-86B6-8769-669A4A93B6A8}"/>
          </ac:spMkLst>
        </pc:spChg>
        <pc:spChg chg="mod">
          <ac:chgData name="Faith Elrod" userId="d830d39f-96cb-4cd4-885a-c76c6bf32e04" providerId="ADAL" clId="{44BF787B-E134-4CE4-B587-2F7C529FD700}" dt="2025-12-02T18:05:13.097" v="5549" actId="20577"/>
          <ac:spMkLst>
            <pc:docMk/>
            <pc:sldMk cId="1449256167" sldId="276"/>
            <ac:spMk id="3" creationId="{26B62B42-6A6B-9394-412E-70EE8D9ADD99}"/>
          </ac:spMkLst>
        </pc:spChg>
      </pc:sldChg>
      <pc:sldChg chg="add del">
        <pc:chgData name="Faith Elrod" userId="d830d39f-96cb-4cd4-885a-c76c6bf32e04" providerId="ADAL" clId="{44BF787B-E134-4CE4-B587-2F7C529FD700}" dt="2025-12-02T17:23:17.675" v="4687"/>
        <pc:sldMkLst>
          <pc:docMk/>
          <pc:sldMk cId="2193006250" sldId="277"/>
        </pc:sldMkLst>
      </pc:sldChg>
      <pc:sldChg chg="modSp add mod modNotesTx">
        <pc:chgData name="Faith Elrod" userId="d830d39f-96cb-4cd4-885a-c76c6bf32e04" providerId="ADAL" clId="{44BF787B-E134-4CE4-B587-2F7C529FD700}" dt="2025-12-02T17:27:06.909" v="5018" actId="20577"/>
        <pc:sldMkLst>
          <pc:docMk/>
          <pc:sldMk cId="3695719103" sldId="277"/>
        </pc:sldMkLst>
        <pc:spChg chg="mod">
          <ac:chgData name="Faith Elrod" userId="d830d39f-96cb-4cd4-885a-c76c6bf32e04" providerId="ADAL" clId="{44BF787B-E134-4CE4-B587-2F7C529FD700}" dt="2025-12-02T17:27:06.909" v="5018" actId="20577"/>
          <ac:spMkLst>
            <pc:docMk/>
            <pc:sldMk cId="3695719103" sldId="277"/>
            <ac:spMk id="3" creationId="{753DE3B0-4B22-BDCE-218B-632F5AE04C79}"/>
          </ac:spMkLst>
        </pc:spChg>
      </pc:sldChg>
      <pc:sldChg chg="modSp new del mod">
        <pc:chgData name="Faith Elrod" userId="d830d39f-96cb-4cd4-885a-c76c6bf32e04" providerId="ADAL" clId="{44BF787B-E134-4CE4-B587-2F7C529FD700}" dt="2025-12-02T18:05:40.047" v="5550" actId="47"/>
        <pc:sldMkLst>
          <pc:docMk/>
          <pc:sldMk cId="3664176274" sldId="278"/>
        </pc:sldMkLst>
        <pc:spChg chg="mod">
          <ac:chgData name="Faith Elrod" userId="d830d39f-96cb-4cd4-885a-c76c6bf32e04" providerId="ADAL" clId="{44BF787B-E134-4CE4-B587-2F7C529FD700}" dt="2025-12-02T18:03:42.350" v="5546" actId="27636"/>
          <ac:spMkLst>
            <pc:docMk/>
            <pc:sldMk cId="3664176274" sldId="278"/>
            <ac:spMk id="2" creationId="{B89D22BC-9207-23C7-815B-DCCD06EDAC09}"/>
          </ac:spMkLst>
        </pc:spChg>
      </pc:sldChg>
    </pc:docChg>
  </pc:docChgLst>
  <pc:docChgLst>
    <pc:chgData name="Faith Elrod" userId="S::flelrod@crimson.ua.edu::d830d39f-96cb-4cd4-885a-c76c6bf32e04" providerId="AD" clId="Web-{F9A574F4-F6ED-6D24-1A00-40984701997F}"/>
    <pc:docChg chg="addSld modSld sldOrd">
      <pc:chgData name="Faith Elrod" userId="S::flelrod@crimson.ua.edu::d830d39f-96cb-4cd4-885a-c76c6bf32e04" providerId="AD" clId="Web-{F9A574F4-F6ED-6D24-1A00-40984701997F}" dt="2025-12-02T21:21:52.534" v="37" actId="20577"/>
      <pc:docMkLst>
        <pc:docMk/>
      </pc:docMkLst>
      <pc:sldChg chg="modSp">
        <pc:chgData name="Faith Elrod" userId="S::flelrod@crimson.ua.edu::d830d39f-96cb-4cd4-885a-c76c6bf32e04" providerId="AD" clId="Web-{F9A574F4-F6ED-6D24-1A00-40984701997F}" dt="2025-12-02T21:21:52.534" v="37" actId="20577"/>
        <pc:sldMkLst>
          <pc:docMk/>
          <pc:sldMk cId="1857871989" sldId="275"/>
        </pc:sldMkLst>
        <pc:spChg chg="mod">
          <ac:chgData name="Faith Elrod" userId="S::flelrod@crimson.ua.edu::d830d39f-96cb-4cd4-885a-c76c6bf32e04" providerId="AD" clId="Web-{F9A574F4-F6ED-6D24-1A00-40984701997F}" dt="2025-12-02T21:21:52.534" v="37" actId="20577"/>
          <ac:spMkLst>
            <pc:docMk/>
            <pc:sldMk cId="1857871989" sldId="275"/>
            <ac:spMk id="2" creationId="{43CFAC93-8C16-BB2A-2EB8-B94D449CBFB4}"/>
          </ac:spMkLst>
        </pc:spChg>
      </pc:sldChg>
      <pc:sldChg chg="addSp modSp new mod ord setBg">
        <pc:chgData name="Faith Elrod" userId="S::flelrod@crimson.ua.edu::d830d39f-96cb-4cd4-885a-c76c6bf32e04" providerId="AD" clId="Web-{F9A574F4-F6ED-6D24-1A00-40984701997F}" dt="2025-12-02T18:16:15.797" v="34" actId="20577"/>
        <pc:sldMkLst>
          <pc:docMk/>
          <pc:sldMk cId="1609326718" sldId="278"/>
        </pc:sldMkLst>
        <pc:spChg chg="mod">
          <ac:chgData name="Faith Elrod" userId="S::flelrod@crimson.ua.edu::d830d39f-96cb-4cd4-885a-c76c6bf32e04" providerId="AD" clId="Web-{F9A574F4-F6ED-6D24-1A00-40984701997F}" dt="2025-12-02T18:15:21.015" v="31"/>
          <ac:spMkLst>
            <pc:docMk/>
            <pc:sldMk cId="1609326718" sldId="278"/>
            <ac:spMk id="2" creationId="{E8F31B03-408D-111C-96FC-5FCC4B3A1C6A}"/>
          </ac:spMkLst>
        </pc:spChg>
        <pc:spChg chg="mod">
          <ac:chgData name="Faith Elrod" userId="S::flelrod@crimson.ua.edu::d830d39f-96cb-4cd4-885a-c76c6bf32e04" providerId="AD" clId="Web-{F9A574F4-F6ED-6D24-1A00-40984701997F}" dt="2025-12-02T18:16:15.797" v="34" actId="20577"/>
          <ac:spMkLst>
            <pc:docMk/>
            <pc:sldMk cId="1609326718" sldId="278"/>
            <ac:spMk id="3" creationId="{F1946179-DA36-4BC2-28F7-D213AAFFF6FD}"/>
          </ac:spMkLst>
        </pc:spChg>
        <pc:spChg chg="add">
          <ac:chgData name="Faith Elrod" userId="S::flelrod@crimson.ua.edu::d830d39f-96cb-4cd4-885a-c76c6bf32e04" providerId="AD" clId="Web-{F9A574F4-F6ED-6D24-1A00-40984701997F}" dt="2025-12-02T18:15:21.015" v="31"/>
          <ac:spMkLst>
            <pc:docMk/>
            <pc:sldMk cId="1609326718" sldId="278"/>
            <ac:spMk id="17" creationId="{DD7EED39-224E-4230-8FD1-B1E1AF6C6E36}"/>
          </ac:spMkLst>
        </pc:spChg>
        <pc:grpChg chg="add">
          <ac:chgData name="Faith Elrod" userId="S::flelrod@crimson.ua.edu::d830d39f-96cb-4cd4-885a-c76c6bf32e04" providerId="AD" clId="Web-{F9A574F4-F6ED-6D24-1A00-40984701997F}" dt="2025-12-02T18:15:21.015" v="31"/>
          <ac:grpSpMkLst>
            <pc:docMk/>
            <pc:sldMk cId="1609326718" sldId="278"/>
            <ac:grpSpMk id="9" creationId="{A2E861A3-F23C-46B8-A38A-4A22E453D993}"/>
          </ac:grpSpMkLst>
        </pc:grpChg>
        <pc:picChg chg="add mod">
          <ac:chgData name="Faith Elrod" userId="S::flelrod@crimson.ua.edu::d830d39f-96cb-4cd4-885a-c76c6bf32e04" providerId="AD" clId="Web-{F9A574F4-F6ED-6D24-1A00-40984701997F}" dt="2025-12-02T18:15:21.015" v="31"/>
          <ac:picMkLst>
            <pc:docMk/>
            <pc:sldMk cId="1609326718" sldId="278"/>
            <ac:picMk id="4" creationId="{1D4F1BE4-6859-FE96-B5BA-ED892A8E7BE0}"/>
          </ac:picMkLst>
        </pc:picChg>
      </pc:sldChg>
    </pc:docChg>
  </pc:docChgLst>
  <pc:docChgLst>
    <pc:chgData name="Cody Taylor" userId="S::crtaylor15@crimson.ua.edu::fe659dd9-56ac-4e40-986f-f3b067767590" providerId="AD" clId="Web-{EE5AB0F2-E766-95E6-C78B-03FE182CB477}"/>
    <pc:docChg chg="addSld delSld modSld sldOrd">
      <pc:chgData name="Cody Taylor" userId="S::crtaylor15@crimson.ua.edu::fe659dd9-56ac-4e40-986f-f3b067767590" providerId="AD" clId="Web-{EE5AB0F2-E766-95E6-C78B-03FE182CB477}" dt="2025-12-03T20:30:36.312" v="794" actId="20577"/>
      <pc:docMkLst>
        <pc:docMk/>
      </pc:docMkLst>
      <pc:sldChg chg="addSp modSp">
        <pc:chgData name="Cody Taylor" userId="S::crtaylor15@crimson.ua.edu::fe659dd9-56ac-4e40-986f-f3b067767590" providerId="AD" clId="Web-{EE5AB0F2-E766-95E6-C78B-03FE182CB477}" dt="2025-12-03T20:00:43.292" v="642" actId="20577"/>
        <pc:sldMkLst>
          <pc:docMk/>
          <pc:sldMk cId="2923521702" sldId="261"/>
        </pc:sldMkLst>
        <pc:spChg chg="mod">
          <ac:chgData name="Cody Taylor" userId="S::crtaylor15@crimson.ua.edu::fe659dd9-56ac-4e40-986f-f3b067767590" providerId="AD" clId="Web-{EE5AB0F2-E766-95E6-C78B-03FE182CB477}" dt="2025-12-03T20:00:43.292" v="642" actId="20577"/>
          <ac:spMkLst>
            <pc:docMk/>
            <pc:sldMk cId="2923521702" sldId="261"/>
            <ac:spMk id="3" creationId="{244C52A0-2F8A-463C-83A1-F80264E3D2B3}"/>
          </ac:spMkLst>
        </pc:spChg>
        <pc:spChg chg="add mod">
          <ac:chgData name="Cody Taylor" userId="S::crtaylor15@crimson.ua.edu::fe659dd9-56ac-4e40-986f-f3b067767590" providerId="AD" clId="Web-{EE5AB0F2-E766-95E6-C78B-03FE182CB477}" dt="2025-12-03T19:49:00.141" v="389" actId="1076"/>
          <ac:spMkLst>
            <pc:docMk/>
            <pc:sldMk cId="2923521702" sldId="261"/>
            <ac:spMk id="4" creationId="{8F4C6D13-B7C1-A01B-9DDC-2F4FE297D602}"/>
          </ac:spMkLst>
        </pc:spChg>
      </pc:sldChg>
      <pc:sldChg chg="modSp">
        <pc:chgData name="Cody Taylor" userId="S::crtaylor15@crimson.ua.edu::fe659dd9-56ac-4e40-986f-f3b067767590" providerId="AD" clId="Web-{EE5AB0F2-E766-95E6-C78B-03FE182CB477}" dt="2025-12-03T19:51:18.737" v="407" actId="20577"/>
        <pc:sldMkLst>
          <pc:docMk/>
          <pc:sldMk cId="1363060037" sldId="262"/>
        </pc:sldMkLst>
        <pc:spChg chg="mod">
          <ac:chgData name="Cody Taylor" userId="S::crtaylor15@crimson.ua.edu::fe659dd9-56ac-4e40-986f-f3b067767590" providerId="AD" clId="Web-{EE5AB0F2-E766-95E6-C78B-03FE182CB477}" dt="2025-12-03T19:51:18.737" v="407" actId="20577"/>
          <ac:spMkLst>
            <pc:docMk/>
            <pc:sldMk cId="1363060037" sldId="262"/>
            <ac:spMk id="3" creationId="{075B75A2-7045-8CEE-0650-4644E4330172}"/>
          </ac:spMkLst>
        </pc:spChg>
      </pc:sldChg>
      <pc:sldChg chg="modSp">
        <pc:chgData name="Cody Taylor" userId="S::crtaylor15@crimson.ua.edu::fe659dd9-56ac-4e40-986f-f3b067767590" providerId="AD" clId="Web-{EE5AB0F2-E766-95E6-C78B-03FE182CB477}" dt="2025-12-03T20:30:36.312" v="794" actId="20577"/>
        <pc:sldMkLst>
          <pc:docMk/>
          <pc:sldMk cId="512832269" sldId="266"/>
        </pc:sldMkLst>
        <pc:spChg chg="mod">
          <ac:chgData name="Cody Taylor" userId="S::crtaylor15@crimson.ua.edu::fe659dd9-56ac-4e40-986f-f3b067767590" providerId="AD" clId="Web-{EE5AB0F2-E766-95E6-C78B-03FE182CB477}" dt="2025-12-03T20:30:36.312" v="794" actId="20577"/>
          <ac:spMkLst>
            <pc:docMk/>
            <pc:sldMk cId="512832269" sldId="266"/>
            <ac:spMk id="3" creationId="{350B5943-D013-727A-2ACE-F7A30C8DB625}"/>
          </ac:spMkLst>
        </pc:spChg>
      </pc:sldChg>
      <pc:sldChg chg="modSp">
        <pc:chgData name="Cody Taylor" userId="S::crtaylor15@crimson.ua.edu::fe659dd9-56ac-4e40-986f-f3b067767590" providerId="AD" clId="Web-{EE5AB0F2-E766-95E6-C78B-03FE182CB477}" dt="2025-12-03T19:59:56.789" v="641" actId="20577"/>
        <pc:sldMkLst>
          <pc:docMk/>
          <pc:sldMk cId="3575925326" sldId="267"/>
        </pc:sldMkLst>
        <pc:spChg chg="mod">
          <ac:chgData name="Cody Taylor" userId="S::crtaylor15@crimson.ua.edu::fe659dd9-56ac-4e40-986f-f3b067767590" providerId="AD" clId="Web-{EE5AB0F2-E766-95E6-C78B-03FE182CB477}" dt="2025-12-03T19:59:56.789" v="641" actId="20577"/>
          <ac:spMkLst>
            <pc:docMk/>
            <pc:sldMk cId="3575925326" sldId="267"/>
            <ac:spMk id="3" creationId="{17E3973C-D79E-C288-84B1-41571EFE50AD}"/>
          </ac:spMkLst>
        </pc:spChg>
      </pc:sldChg>
      <pc:sldChg chg="modSp">
        <pc:chgData name="Cody Taylor" userId="S::crtaylor15@crimson.ua.edu::fe659dd9-56ac-4e40-986f-f3b067767590" providerId="AD" clId="Web-{EE5AB0F2-E766-95E6-C78B-03FE182CB477}" dt="2025-12-03T20:01:38.189" v="645" actId="20577"/>
        <pc:sldMkLst>
          <pc:docMk/>
          <pc:sldMk cId="3864933771" sldId="268"/>
        </pc:sldMkLst>
        <pc:spChg chg="mod">
          <ac:chgData name="Cody Taylor" userId="S::crtaylor15@crimson.ua.edu::fe659dd9-56ac-4e40-986f-f3b067767590" providerId="AD" clId="Web-{EE5AB0F2-E766-95E6-C78B-03FE182CB477}" dt="2025-12-03T20:01:38.189" v="645" actId="20577"/>
          <ac:spMkLst>
            <pc:docMk/>
            <pc:sldMk cId="3864933771" sldId="268"/>
            <ac:spMk id="3" creationId="{4F47C3D6-CA87-8D2D-C1DC-61781B3B7E1F}"/>
          </ac:spMkLst>
        </pc:spChg>
      </pc:sldChg>
      <pc:sldChg chg="modSp">
        <pc:chgData name="Cody Taylor" userId="S::crtaylor15@crimson.ua.edu::fe659dd9-56ac-4e40-986f-f3b067767590" providerId="AD" clId="Web-{EE5AB0F2-E766-95E6-C78B-03FE182CB477}" dt="2025-12-03T19:26:12.037" v="82" actId="20577"/>
        <pc:sldMkLst>
          <pc:docMk/>
          <pc:sldMk cId="4045211635" sldId="274"/>
        </pc:sldMkLst>
        <pc:spChg chg="mod">
          <ac:chgData name="Cody Taylor" userId="S::crtaylor15@crimson.ua.edu::fe659dd9-56ac-4e40-986f-f3b067767590" providerId="AD" clId="Web-{EE5AB0F2-E766-95E6-C78B-03FE182CB477}" dt="2025-12-03T19:26:12.037" v="82" actId="20577"/>
          <ac:spMkLst>
            <pc:docMk/>
            <pc:sldMk cId="4045211635" sldId="274"/>
            <ac:spMk id="6" creationId="{4E0E5A2E-E562-C273-2631-20926AA18A30}"/>
          </ac:spMkLst>
        </pc:spChg>
      </pc:sldChg>
      <pc:sldChg chg="modSp">
        <pc:chgData name="Cody Taylor" userId="S::crtaylor15@crimson.ua.edu::fe659dd9-56ac-4e40-986f-f3b067767590" providerId="AD" clId="Web-{EE5AB0F2-E766-95E6-C78B-03FE182CB477}" dt="2025-12-03T20:17:46.408" v="698" actId="20577"/>
        <pc:sldMkLst>
          <pc:docMk/>
          <pc:sldMk cId="1857871989" sldId="275"/>
        </pc:sldMkLst>
        <pc:spChg chg="mod">
          <ac:chgData name="Cody Taylor" userId="S::crtaylor15@crimson.ua.edu::fe659dd9-56ac-4e40-986f-f3b067767590" providerId="AD" clId="Web-{EE5AB0F2-E766-95E6-C78B-03FE182CB477}" dt="2025-12-03T20:17:46.408" v="698" actId="20577"/>
          <ac:spMkLst>
            <pc:docMk/>
            <pc:sldMk cId="1857871989" sldId="275"/>
            <ac:spMk id="3" creationId="{FC5EC836-35AB-9ED3-199C-41F0E4B3E1F8}"/>
          </ac:spMkLst>
        </pc:spChg>
      </pc:sldChg>
      <pc:sldChg chg="modSp">
        <pc:chgData name="Cody Taylor" userId="S::crtaylor15@crimson.ua.edu::fe659dd9-56ac-4e40-986f-f3b067767590" providerId="AD" clId="Web-{EE5AB0F2-E766-95E6-C78B-03FE182CB477}" dt="2025-12-03T19:52:26.269" v="439" actId="20577"/>
        <pc:sldMkLst>
          <pc:docMk/>
          <pc:sldMk cId="3695719103" sldId="277"/>
        </pc:sldMkLst>
        <pc:spChg chg="mod">
          <ac:chgData name="Cody Taylor" userId="S::crtaylor15@crimson.ua.edu::fe659dd9-56ac-4e40-986f-f3b067767590" providerId="AD" clId="Web-{EE5AB0F2-E766-95E6-C78B-03FE182CB477}" dt="2025-12-03T19:52:26.269" v="439" actId="20577"/>
          <ac:spMkLst>
            <pc:docMk/>
            <pc:sldMk cId="3695719103" sldId="277"/>
            <ac:spMk id="3" creationId="{753DE3B0-4B22-BDCE-218B-632F5AE04C79}"/>
          </ac:spMkLst>
        </pc:spChg>
      </pc:sldChg>
      <pc:sldChg chg="modSp">
        <pc:chgData name="Cody Taylor" userId="S::crtaylor15@crimson.ua.edu::fe659dd9-56ac-4e40-986f-f3b067767590" providerId="AD" clId="Web-{EE5AB0F2-E766-95E6-C78B-03FE182CB477}" dt="2025-12-03T20:20:50.034" v="735" actId="20577"/>
        <pc:sldMkLst>
          <pc:docMk/>
          <pc:sldMk cId="1609326718" sldId="278"/>
        </pc:sldMkLst>
        <pc:spChg chg="mod">
          <ac:chgData name="Cody Taylor" userId="S::crtaylor15@crimson.ua.edu::fe659dd9-56ac-4e40-986f-f3b067767590" providerId="AD" clId="Web-{EE5AB0F2-E766-95E6-C78B-03FE182CB477}" dt="2025-12-03T20:20:50.034" v="735" actId="20577"/>
          <ac:spMkLst>
            <pc:docMk/>
            <pc:sldMk cId="1609326718" sldId="278"/>
            <ac:spMk id="3" creationId="{F1946179-DA36-4BC2-28F7-D213AAFFF6FD}"/>
          </ac:spMkLst>
        </pc:spChg>
      </pc:sldChg>
      <pc:sldChg chg="addSp delSp modSp">
        <pc:chgData name="Cody Taylor" userId="S::crtaylor15@crimson.ua.edu::fe659dd9-56ac-4e40-986f-f3b067767590" providerId="AD" clId="Web-{EE5AB0F2-E766-95E6-C78B-03FE182CB477}" dt="2025-12-03T19:25:15.942" v="20" actId="1076"/>
        <pc:sldMkLst>
          <pc:docMk/>
          <pc:sldMk cId="3367243508" sldId="286"/>
        </pc:sldMkLst>
        <pc:spChg chg="del">
          <ac:chgData name="Cody Taylor" userId="S::crtaylor15@crimson.ua.edu::fe659dd9-56ac-4e40-986f-f3b067767590" providerId="AD" clId="Web-{EE5AB0F2-E766-95E6-C78B-03FE182CB477}" dt="2025-12-03T19:25:08.020" v="18"/>
          <ac:spMkLst>
            <pc:docMk/>
            <pc:sldMk cId="3367243508" sldId="286"/>
            <ac:spMk id="6" creationId="{B87E2A78-1965-0168-E34D-B08EAFCB357E}"/>
          </ac:spMkLst>
        </pc:spChg>
        <pc:grpChg chg="del">
          <ac:chgData name="Cody Taylor" userId="S::crtaylor15@crimson.ua.edu::fe659dd9-56ac-4e40-986f-f3b067767590" providerId="AD" clId="Web-{EE5AB0F2-E766-95E6-C78B-03FE182CB477}" dt="2025-12-03T19:24:09.346" v="0"/>
          <ac:grpSpMkLst>
            <pc:docMk/>
            <pc:sldMk cId="3367243508" sldId="286"/>
            <ac:grpSpMk id="8" creationId="{3B45859F-180C-0857-54E0-60141BAA97E4}"/>
          </ac:grpSpMkLst>
        </pc:grpChg>
        <pc:picChg chg="mod topLvl">
          <ac:chgData name="Cody Taylor" userId="S::crtaylor15@crimson.ua.edu::fe659dd9-56ac-4e40-986f-f3b067767590" providerId="AD" clId="Web-{EE5AB0F2-E766-95E6-C78B-03FE182CB477}" dt="2025-12-03T19:24:37.519" v="10" actId="1076"/>
          <ac:picMkLst>
            <pc:docMk/>
            <pc:sldMk cId="3367243508" sldId="286"/>
            <ac:picMk id="3" creationId="{36674AB9-51DD-DCA4-E66E-CE3328605585}"/>
          </ac:picMkLst>
        </pc:picChg>
        <pc:picChg chg="mod topLvl">
          <ac:chgData name="Cody Taylor" userId="S::crtaylor15@crimson.ua.edu::fe659dd9-56ac-4e40-986f-f3b067767590" providerId="AD" clId="Web-{EE5AB0F2-E766-95E6-C78B-03FE182CB477}" dt="2025-12-03T19:24:22.940" v="6" actId="1076"/>
          <ac:picMkLst>
            <pc:docMk/>
            <pc:sldMk cId="3367243508" sldId="286"/>
            <ac:picMk id="4" creationId="{99E1E767-01C6-42FA-1EF1-78BF9CD66347}"/>
          </ac:picMkLst>
        </pc:picChg>
        <pc:picChg chg="mod topLvl">
          <ac:chgData name="Cody Taylor" userId="S::crtaylor15@crimson.ua.edu::fe659dd9-56ac-4e40-986f-f3b067767590" providerId="AD" clId="Web-{EE5AB0F2-E766-95E6-C78B-03FE182CB477}" dt="2025-12-03T19:24:55.473" v="15" actId="14100"/>
          <ac:picMkLst>
            <pc:docMk/>
            <pc:sldMk cId="3367243508" sldId="286"/>
            <ac:picMk id="5" creationId="{FF75D6D5-A1A5-C1E7-EDA6-7BB0AA75C561}"/>
          </ac:picMkLst>
        </pc:picChg>
        <pc:picChg chg="add mod">
          <ac:chgData name="Cody Taylor" userId="S::crtaylor15@crimson.ua.edu::fe659dd9-56ac-4e40-986f-f3b067767590" providerId="AD" clId="Web-{EE5AB0F2-E766-95E6-C78B-03FE182CB477}" dt="2025-12-03T19:25:15.942" v="20" actId="1076"/>
          <ac:picMkLst>
            <pc:docMk/>
            <pc:sldMk cId="3367243508" sldId="286"/>
            <ac:picMk id="7" creationId="{F111DA0D-B654-1329-3C67-60761E921F5F}"/>
          </ac:picMkLst>
        </pc:picChg>
        <pc:picChg chg="mod">
          <ac:chgData name="Cody Taylor" userId="S::crtaylor15@crimson.ua.edu::fe659dd9-56ac-4e40-986f-f3b067767590" providerId="AD" clId="Web-{EE5AB0F2-E766-95E6-C78B-03FE182CB477}" dt="2025-12-03T19:24:48.285" v="12" actId="14100"/>
          <ac:picMkLst>
            <pc:docMk/>
            <pc:sldMk cId="3367243508" sldId="286"/>
            <ac:picMk id="11" creationId="{54E48E28-E456-B170-280E-66EFAD35E3FC}"/>
          </ac:picMkLst>
        </pc:picChg>
      </pc:sldChg>
      <pc:sldChg chg="modSp add ord replId">
        <pc:chgData name="Cody Taylor" userId="S::crtaylor15@crimson.ua.edu::fe659dd9-56ac-4e40-986f-f3b067767590" providerId="AD" clId="Web-{EE5AB0F2-E766-95E6-C78B-03FE182CB477}" dt="2025-12-03T19:43:04.260" v="257" actId="20577"/>
        <pc:sldMkLst>
          <pc:docMk/>
          <pc:sldMk cId="195665312" sldId="287"/>
        </pc:sldMkLst>
        <pc:spChg chg="mod">
          <ac:chgData name="Cody Taylor" userId="S::crtaylor15@crimson.ua.edu::fe659dd9-56ac-4e40-986f-f3b067767590" providerId="AD" clId="Web-{EE5AB0F2-E766-95E6-C78B-03FE182CB477}" dt="2025-12-03T19:39:33.572" v="100" actId="20577"/>
          <ac:spMkLst>
            <pc:docMk/>
            <pc:sldMk cId="195665312" sldId="287"/>
            <ac:spMk id="2" creationId="{753B776C-8FB4-7782-9372-0ECAD8517B89}"/>
          </ac:spMkLst>
        </pc:spChg>
        <pc:spChg chg="mod">
          <ac:chgData name="Cody Taylor" userId="S::crtaylor15@crimson.ua.edu::fe659dd9-56ac-4e40-986f-f3b067767590" providerId="AD" clId="Web-{EE5AB0F2-E766-95E6-C78B-03FE182CB477}" dt="2025-12-03T19:43:04.260" v="257" actId="20577"/>
          <ac:spMkLst>
            <pc:docMk/>
            <pc:sldMk cId="195665312" sldId="287"/>
            <ac:spMk id="6" creationId="{306B6034-0852-5587-AEA0-2FE69DDD8619}"/>
          </ac:spMkLst>
        </pc:spChg>
      </pc:sldChg>
      <pc:sldChg chg="add del replId">
        <pc:chgData name="Cody Taylor" userId="S::crtaylor15@crimson.ua.edu::fe659dd9-56ac-4e40-986f-f3b067767590" providerId="AD" clId="Web-{EE5AB0F2-E766-95E6-C78B-03FE182CB477}" dt="2025-12-03T19:39:13.775" v="84"/>
        <pc:sldMkLst>
          <pc:docMk/>
          <pc:sldMk cId="1590601903" sldId="287"/>
        </pc:sldMkLst>
      </pc:sldChg>
      <pc:sldChg chg="modSp add replId">
        <pc:chgData name="Cody Taylor" userId="S::crtaylor15@crimson.ua.edu::fe659dd9-56ac-4e40-986f-f3b067767590" providerId="AD" clId="Web-{EE5AB0F2-E766-95E6-C78B-03FE182CB477}" dt="2025-12-03T20:13:32.025" v="654" actId="20577"/>
        <pc:sldMkLst>
          <pc:docMk/>
          <pc:sldMk cId="2465312626" sldId="288"/>
        </pc:sldMkLst>
        <pc:spChg chg="mod">
          <ac:chgData name="Cody Taylor" userId="S::crtaylor15@crimson.ua.edu::fe659dd9-56ac-4e40-986f-f3b067767590" providerId="AD" clId="Web-{EE5AB0F2-E766-95E6-C78B-03FE182CB477}" dt="2025-12-03T20:13:30.009" v="653" actId="20577"/>
          <ac:spMkLst>
            <pc:docMk/>
            <pc:sldMk cId="2465312626" sldId="288"/>
            <ac:spMk id="2" creationId="{29C96717-F367-1CEB-CBBE-2DF0027E3CC9}"/>
          </ac:spMkLst>
        </pc:spChg>
        <pc:spChg chg="mod">
          <ac:chgData name="Cody Taylor" userId="S::crtaylor15@crimson.ua.edu::fe659dd9-56ac-4e40-986f-f3b067767590" providerId="AD" clId="Web-{EE5AB0F2-E766-95E6-C78B-03FE182CB477}" dt="2025-12-03T20:13:32.025" v="654" actId="20577"/>
          <ac:spMkLst>
            <pc:docMk/>
            <pc:sldMk cId="2465312626" sldId="288"/>
            <ac:spMk id="3" creationId="{E00F3D2F-3848-4ACF-1675-CB76587EABB3}"/>
          </ac:spMkLst>
        </pc:spChg>
      </pc:sldChg>
    </pc:docChg>
  </pc:docChgLst>
  <pc:docChgLst>
    <pc:chgData name="Lauren Mitchek" userId="S::lemitchek@crimson.ua.edu::9485c679-0c51-43d9-8de6-3ab748f0bd81" providerId="AD" clId="Web-{DD0D846A-FB4A-1BA1-3B8D-D13B3124A8E5}"/>
    <pc:docChg chg="addSld delSld modSld">
      <pc:chgData name="Lauren Mitchek" userId="S::lemitchek@crimson.ua.edu::9485c679-0c51-43d9-8de6-3ab748f0bd81" providerId="AD" clId="Web-{DD0D846A-FB4A-1BA1-3B8D-D13B3124A8E5}" dt="2025-11-30T16:47:19.982" v="406"/>
      <pc:docMkLst>
        <pc:docMk/>
      </pc:docMkLst>
      <pc:sldChg chg="modSp">
        <pc:chgData name="Lauren Mitchek" userId="S::lemitchek@crimson.ua.edu::9485c679-0c51-43d9-8de6-3ab748f0bd81" providerId="AD" clId="Web-{DD0D846A-FB4A-1BA1-3B8D-D13B3124A8E5}" dt="2025-11-30T16:27:43.951" v="101" actId="20577"/>
        <pc:sldMkLst>
          <pc:docMk/>
          <pc:sldMk cId="3605053050" sldId="258"/>
        </pc:sldMkLst>
        <pc:spChg chg="mod">
          <ac:chgData name="Lauren Mitchek" userId="S::lemitchek@crimson.ua.edu::9485c679-0c51-43d9-8de6-3ab748f0bd81" providerId="AD" clId="Web-{DD0D846A-FB4A-1BA1-3B8D-D13B3124A8E5}" dt="2025-11-30T16:25:22.166" v="60" actId="20577"/>
          <ac:spMkLst>
            <pc:docMk/>
            <pc:sldMk cId="3605053050" sldId="258"/>
            <ac:spMk id="2" creationId="{68F0617B-41D6-EFDE-E085-0FD3F7C0A2D5}"/>
          </ac:spMkLst>
        </pc:spChg>
        <pc:spChg chg="mod">
          <ac:chgData name="Lauren Mitchek" userId="S::lemitchek@crimson.ua.edu::9485c679-0c51-43d9-8de6-3ab748f0bd81" providerId="AD" clId="Web-{DD0D846A-FB4A-1BA1-3B8D-D13B3124A8E5}" dt="2025-11-30T16:27:43.951" v="101" actId="20577"/>
          <ac:spMkLst>
            <pc:docMk/>
            <pc:sldMk cId="3605053050" sldId="258"/>
            <ac:spMk id="3" creationId="{6B17A981-95CE-01D6-90AD-165FFFE59366}"/>
          </ac:spMkLst>
        </pc:spChg>
      </pc:sldChg>
      <pc:sldChg chg="modSp">
        <pc:chgData name="Lauren Mitchek" userId="S::lemitchek@crimson.ua.edu::9485c679-0c51-43d9-8de6-3ab748f0bd81" providerId="AD" clId="Web-{DD0D846A-FB4A-1BA1-3B8D-D13B3124A8E5}" dt="2025-11-30T16:43:18.899" v="370" actId="20577"/>
        <pc:sldMkLst>
          <pc:docMk/>
          <pc:sldMk cId="2739926643" sldId="259"/>
        </pc:sldMkLst>
        <pc:spChg chg="mod">
          <ac:chgData name="Lauren Mitchek" userId="S::lemitchek@crimson.ua.edu::9485c679-0c51-43d9-8de6-3ab748f0bd81" providerId="AD" clId="Web-{DD0D846A-FB4A-1BA1-3B8D-D13B3124A8E5}" dt="2025-11-30T16:43:18.899" v="370" actId="20577"/>
          <ac:spMkLst>
            <pc:docMk/>
            <pc:sldMk cId="2739926643" sldId="259"/>
            <ac:spMk id="3" creationId="{29C0B74E-10C3-327A-4451-481B80D2F614}"/>
          </ac:spMkLst>
        </pc:spChg>
      </pc:sldChg>
      <pc:sldChg chg="modSp">
        <pc:chgData name="Lauren Mitchek" userId="S::lemitchek@crimson.ua.edu::9485c679-0c51-43d9-8de6-3ab748f0bd81" providerId="AD" clId="Web-{DD0D846A-FB4A-1BA1-3B8D-D13B3124A8E5}" dt="2025-11-30T16:42:57.743" v="369" actId="20577"/>
        <pc:sldMkLst>
          <pc:docMk/>
          <pc:sldMk cId="2923521702" sldId="261"/>
        </pc:sldMkLst>
        <pc:spChg chg="mod">
          <ac:chgData name="Lauren Mitchek" userId="S::lemitchek@crimson.ua.edu::9485c679-0c51-43d9-8de6-3ab748f0bd81" providerId="AD" clId="Web-{DD0D846A-FB4A-1BA1-3B8D-D13B3124A8E5}" dt="2025-11-30T16:32:39.613" v="142" actId="20577"/>
          <ac:spMkLst>
            <pc:docMk/>
            <pc:sldMk cId="2923521702" sldId="261"/>
            <ac:spMk id="2" creationId="{93095BD6-E9FC-C37E-6365-CA2CD289B08D}"/>
          </ac:spMkLst>
        </pc:spChg>
        <pc:spChg chg="mod">
          <ac:chgData name="Lauren Mitchek" userId="S::lemitchek@crimson.ua.edu::9485c679-0c51-43d9-8de6-3ab748f0bd81" providerId="AD" clId="Web-{DD0D846A-FB4A-1BA1-3B8D-D13B3124A8E5}" dt="2025-11-30T16:42:57.743" v="369" actId="20577"/>
          <ac:spMkLst>
            <pc:docMk/>
            <pc:sldMk cId="2923521702" sldId="261"/>
            <ac:spMk id="3" creationId="{244C52A0-2F8A-463C-83A1-F80264E3D2B3}"/>
          </ac:spMkLst>
        </pc:spChg>
      </pc:sldChg>
      <pc:sldChg chg="modSp new">
        <pc:chgData name="Lauren Mitchek" userId="S::lemitchek@crimson.ua.edu::9485c679-0c51-43d9-8de6-3ab748f0bd81" providerId="AD" clId="Web-{DD0D846A-FB4A-1BA1-3B8D-D13B3124A8E5}" dt="2025-11-30T16:28:11.513" v="113" actId="20577"/>
        <pc:sldMkLst>
          <pc:docMk/>
          <pc:sldMk cId="92136901" sldId="264"/>
        </pc:sldMkLst>
        <pc:spChg chg="mod">
          <ac:chgData name="Lauren Mitchek" userId="S::lemitchek@crimson.ua.edu::9485c679-0c51-43d9-8de6-3ab748f0bd81" providerId="AD" clId="Web-{DD0D846A-FB4A-1BA1-3B8D-D13B3124A8E5}" dt="2025-11-30T16:25:47.388" v="77" actId="20577"/>
          <ac:spMkLst>
            <pc:docMk/>
            <pc:sldMk cId="92136901" sldId="264"/>
            <ac:spMk id="2" creationId="{003B6F9D-E154-6F8A-4D57-33276899834B}"/>
          </ac:spMkLst>
        </pc:spChg>
        <pc:spChg chg="mod">
          <ac:chgData name="Lauren Mitchek" userId="S::lemitchek@crimson.ua.edu::9485c679-0c51-43d9-8de6-3ab748f0bd81" providerId="AD" clId="Web-{DD0D846A-FB4A-1BA1-3B8D-D13B3124A8E5}" dt="2025-11-30T16:28:11.513" v="113" actId="20577"/>
          <ac:spMkLst>
            <pc:docMk/>
            <pc:sldMk cId="92136901" sldId="264"/>
            <ac:spMk id="3" creationId="{27E6359C-E3C2-7562-EE30-F749B62BB9CF}"/>
          </ac:spMkLst>
        </pc:spChg>
      </pc:sldChg>
      <pc:sldChg chg="modSp new">
        <pc:chgData name="Lauren Mitchek" userId="S::lemitchek@crimson.ua.edu::9485c679-0c51-43d9-8de6-3ab748f0bd81" providerId="AD" clId="Web-{DD0D846A-FB4A-1BA1-3B8D-D13B3124A8E5}" dt="2025-11-30T16:41:30.008" v="333" actId="20577"/>
        <pc:sldMkLst>
          <pc:docMk/>
          <pc:sldMk cId="512832269" sldId="266"/>
        </pc:sldMkLst>
        <pc:spChg chg="mod">
          <ac:chgData name="Lauren Mitchek" userId="S::lemitchek@crimson.ua.edu::9485c679-0c51-43d9-8de6-3ab748f0bd81" providerId="AD" clId="Web-{DD0D846A-FB4A-1BA1-3B8D-D13B3124A8E5}" dt="2025-11-30T16:39:09.316" v="249" actId="1076"/>
          <ac:spMkLst>
            <pc:docMk/>
            <pc:sldMk cId="512832269" sldId="266"/>
            <ac:spMk id="2" creationId="{F65A88B9-238F-CBE6-8539-EE6A9B8E844D}"/>
          </ac:spMkLst>
        </pc:spChg>
        <pc:spChg chg="mod">
          <ac:chgData name="Lauren Mitchek" userId="S::lemitchek@crimson.ua.edu::9485c679-0c51-43d9-8de6-3ab748f0bd81" providerId="AD" clId="Web-{DD0D846A-FB4A-1BA1-3B8D-D13B3124A8E5}" dt="2025-11-30T16:41:30.008" v="333" actId="20577"/>
          <ac:spMkLst>
            <pc:docMk/>
            <pc:sldMk cId="512832269" sldId="266"/>
            <ac:spMk id="3" creationId="{350B5943-D013-727A-2ACE-F7A30C8DB625}"/>
          </ac:spMkLst>
        </pc:spChg>
      </pc:sldChg>
      <pc:sldChg chg="modSp new">
        <pc:chgData name="Lauren Mitchek" userId="S::lemitchek@crimson.ua.edu::9485c679-0c51-43d9-8de6-3ab748f0bd81" providerId="AD" clId="Web-{DD0D846A-FB4A-1BA1-3B8D-D13B3124A8E5}" dt="2025-11-30T16:44:02.602" v="392" actId="14100"/>
        <pc:sldMkLst>
          <pc:docMk/>
          <pc:sldMk cId="3575925326" sldId="267"/>
        </pc:sldMkLst>
        <pc:spChg chg="mod">
          <ac:chgData name="Lauren Mitchek" userId="S::lemitchek@crimson.ua.edu::9485c679-0c51-43d9-8de6-3ab748f0bd81" providerId="AD" clId="Web-{DD0D846A-FB4A-1BA1-3B8D-D13B3124A8E5}" dt="2025-11-30T16:33:21.972" v="158" actId="20577"/>
          <ac:spMkLst>
            <pc:docMk/>
            <pc:sldMk cId="3575925326" sldId="267"/>
            <ac:spMk id="2" creationId="{3D006A75-3B97-EC27-B702-5E640BAD5958}"/>
          </ac:spMkLst>
        </pc:spChg>
        <pc:spChg chg="mod">
          <ac:chgData name="Lauren Mitchek" userId="S::lemitchek@crimson.ua.edu::9485c679-0c51-43d9-8de6-3ab748f0bd81" providerId="AD" clId="Web-{DD0D846A-FB4A-1BA1-3B8D-D13B3124A8E5}" dt="2025-11-30T16:44:02.602" v="392" actId="14100"/>
          <ac:spMkLst>
            <pc:docMk/>
            <pc:sldMk cId="3575925326" sldId="267"/>
            <ac:spMk id="3" creationId="{17E3973C-D79E-C288-84B1-41571EFE50AD}"/>
          </ac:spMkLst>
        </pc:spChg>
      </pc:sldChg>
      <pc:sldChg chg="modSp new">
        <pc:chgData name="Lauren Mitchek" userId="S::lemitchek@crimson.ua.edu::9485c679-0c51-43d9-8de6-3ab748f0bd81" providerId="AD" clId="Web-{DD0D846A-FB4A-1BA1-3B8D-D13B3124A8E5}" dt="2025-11-30T16:44:24.540" v="400" actId="20577"/>
        <pc:sldMkLst>
          <pc:docMk/>
          <pc:sldMk cId="3864933771" sldId="268"/>
        </pc:sldMkLst>
        <pc:spChg chg="mod">
          <ac:chgData name="Lauren Mitchek" userId="S::lemitchek@crimson.ua.edu::9485c679-0c51-43d9-8de6-3ab748f0bd81" providerId="AD" clId="Web-{DD0D846A-FB4A-1BA1-3B8D-D13B3124A8E5}" dt="2025-11-30T16:33:39.800" v="166" actId="20577"/>
          <ac:spMkLst>
            <pc:docMk/>
            <pc:sldMk cId="3864933771" sldId="268"/>
            <ac:spMk id="2" creationId="{7388D929-3B13-F291-738E-E7B3E39CDAD7}"/>
          </ac:spMkLst>
        </pc:spChg>
        <pc:spChg chg="mod">
          <ac:chgData name="Lauren Mitchek" userId="S::lemitchek@crimson.ua.edu::9485c679-0c51-43d9-8de6-3ab748f0bd81" providerId="AD" clId="Web-{DD0D846A-FB4A-1BA1-3B8D-D13B3124A8E5}" dt="2025-11-30T16:44:24.540" v="400" actId="20577"/>
          <ac:spMkLst>
            <pc:docMk/>
            <pc:sldMk cId="3864933771" sldId="268"/>
            <ac:spMk id="3" creationId="{4F47C3D6-CA87-8D2D-C1DC-61781B3B7E1F}"/>
          </ac:spMkLst>
        </pc:spChg>
      </pc:sldChg>
    </pc:docChg>
  </pc:docChgLst>
  <pc:docChgLst>
    <pc:chgData name="Cody Taylor" userId="S::crtaylor15@crimson.ua.edu::fe659dd9-56ac-4e40-986f-f3b067767590" providerId="AD" clId="Web-{2B336B36-EA71-EC5C-334C-5A97428611C4}"/>
    <pc:docChg chg="modSld">
      <pc:chgData name="Cody Taylor" userId="S::crtaylor15@crimson.ua.edu::fe659dd9-56ac-4e40-986f-f3b067767590" providerId="AD" clId="Web-{2B336B36-EA71-EC5C-334C-5A97428611C4}" dt="2025-12-03T21:18:43.284" v="26" actId="20577"/>
      <pc:docMkLst>
        <pc:docMk/>
      </pc:docMkLst>
      <pc:sldChg chg="modSp">
        <pc:chgData name="Cody Taylor" userId="S::crtaylor15@crimson.ua.edu::fe659dd9-56ac-4e40-986f-f3b067767590" providerId="AD" clId="Web-{2B336B36-EA71-EC5C-334C-5A97428611C4}" dt="2025-12-03T21:08:01.050" v="19" actId="20577"/>
        <pc:sldMkLst>
          <pc:docMk/>
          <pc:sldMk cId="2923521702" sldId="261"/>
        </pc:sldMkLst>
        <pc:spChg chg="mod">
          <ac:chgData name="Cody Taylor" userId="S::crtaylor15@crimson.ua.edu::fe659dd9-56ac-4e40-986f-f3b067767590" providerId="AD" clId="Web-{2B336B36-EA71-EC5C-334C-5A97428611C4}" dt="2025-12-03T21:08:01.050" v="19" actId="20577"/>
          <ac:spMkLst>
            <pc:docMk/>
            <pc:sldMk cId="2923521702" sldId="261"/>
            <ac:spMk id="3" creationId="{244C52A0-2F8A-463C-83A1-F80264E3D2B3}"/>
          </ac:spMkLst>
        </pc:spChg>
      </pc:sldChg>
      <pc:sldChg chg="modSp">
        <pc:chgData name="Cody Taylor" userId="S::crtaylor15@crimson.ua.edu::fe659dd9-56ac-4e40-986f-f3b067767590" providerId="AD" clId="Web-{2B336B36-EA71-EC5C-334C-5A97428611C4}" dt="2025-12-03T21:18:43.284" v="26" actId="20577"/>
        <pc:sldMkLst>
          <pc:docMk/>
          <pc:sldMk cId="3575925326" sldId="267"/>
        </pc:sldMkLst>
        <pc:spChg chg="mod">
          <ac:chgData name="Cody Taylor" userId="S::crtaylor15@crimson.ua.edu::fe659dd9-56ac-4e40-986f-f3b067767590" providerId="AD" clId="Web-{2B336B36-EA71-EC5C-334C-5A97428611C4}" dt="2025-12-03T21:18:43.284" v="26" actId="20577"/>
          <ac:spMkLst>
            <pc:docMk/>
            <pc:sldMk cId="3575925326" sldId="267"/>
            <ac:spMk id="3" creationId="{17E3973C-D79E-C288-84B1-41571EFE50AD}"/>
          </ac:spMkLst>
        </pc:spChg>
      </pc:sldChg>
      <pc:sldChg chg="modSp">
        <pc:chgData name="Cody Taylor" userId="S::crtaylor15@crimson.ua.edu::fe659dd9-56ac-4e40-986f-f3b067767590" providerId="AD" clId="Web-{2B336B36-EA71-EC5C-334C-5A97428611C4}" dt="2025-12-03T21:04:23.221" v="8" actId="20577"/>
        <pc:sldMkLst>
          <pc:docMk/>
          <pc:sldMk cId="195665312" sldId="287"/>
        </pc:sldMkLst>
        <pc:spChg chg="mod">
          <ac:chgData name="Cody Taylor" userId="S::crtaylor15@crimson.ua.edu::fe659dd9-56ac-4e40-986f-f3b067767590" providerId="AD" clId="Web-{2B336B36-EA71-EC5C-334C-5A97428611C4}" dt="2025-12-03T21:04:23.221" v="8" actId="20577"/>
          <ac:spMkLst>
            <pc:docMk/>
            <pc:sldMk cId="195665312" sldId="287"/>
            <ac:spMk id="2" creationId="{753B776C-8FB4-7782-9372-0ECAD8517B89}"/>
          </ac:spMkLst>
        </pc:spChg>
      </pc:sldChg>
    </pc:docChg>
  </pc:docChgLst>
  <pc:docChgLst>
    <pc:chgData name="Cody Taylor" userId="S::crtaylor15@crimson.ua.edu::fe659dd9-56ac-4e40-986f-f3b067767590" providerId="AD" clId="Web-{192FA60E-6AF7-1877-A1D9-A4DD862A1B98}"/>
    <pc:docChg chg="addSld delSld modSld sldOrd">
      <pc:chgData name="Cody Taylor" userId="S::crtaylor15@crimson.ua.edu::fe659dd9-56ac-4e40-986f-f3b067767590" providerId="AD" clId="Web-{192FA60E-6AF7-1877-A1D9-A4DD862A1B98}" dt="2025-12-03T19:21:49.794" v="165"/>
      <pc:docMkLst>
        <pc:docMk/>
      </pc:docMkLst>
      <pc:sldChg chg="del">
        <pc:chgData name="Cody Taylor" userId="S::crtaylor15@crimson.ua.edu::fe659dd9-56ac-4e40-986f-f3b067767590" providerId="AD" clId="Web-{192FA60E-6AF7-1877-A1D9-A4DD862A1B98}" dt="2025-12-03T18:27:03.062" v="4"/>
        <pc:sldMkLst>
          <pc:docMk/>
          <pc:sldMk cId="1007331012" sldId="270"/>
        </pc:sldMkLst>
      </pc:sldChg>
      <pc:sldChg chg="addSp delSp modSp">
        <pc:chgData name="Cody Taylor" userId="S::crtaylor15@crimson.ua.edu::fe659dd9-56ac-4e40-986f-f3b067767590" providerId="AD" clId="Web-{192FA60E-6AF7-1877-A1D9-A4DD862A1B98}" dt="2025-12-03T19:20:45.027" v="148"/>
        <pc:sldMkLst>
          <pc:docMk/>
          <pc:sldMk cId="4045211635" sldId="274"/>
        </pc:sldMkLst>
        <pc:spChg chg="mod">
          <ac:chgData name="Cody Taylor" userId="S::crtaylor15@crimson.ua.edu::fe659dd9-56ac-4e40-986f-f3b067767590" providerId="AD" clId="Web-{192FA60E-6AF7-1877-A1D9-A4DD862A1B98}" dt="2025-12-03T18:50:10.473" v="35" actId="20577"/>
          <ac:spMkLst>
            <pc:docMk/>
            <pc:sldMk cId="4045211635" sldId="274"/>
            <ac:spMk id="2" creationId="{3455FCF2-BFB7-3D57-91E2-F4EBE3032E6F}"/>
          </ac:spMkLst>
        </pc:spChg>
        <pc:grpChg chg="add mod">
          <ac:chgData name="Cody Taylor" userId="S::crtaylor15@crimson.ua.edu::fe659dd9-56ac-4e40-986f-f3b067767590" providerId="AD" clId="Web-{192FA60E-6AF7-1877-A1D9-A4DD862A1B98}" dt="2025-12-03T19:12:19.733" v="115" actId="1076"/>
          <ac:grpSpMkLst>
            <pc:docMk/>
            <pc:sldMk cId="4045211635" sldId="274"/>
            <ac:grpSpMk id="8" creationId="{AE553763-6D2E-F661-CB37-9DC87C9078EB}"/>
          </ac:grpSpMkLst>
        </pc:grpChg>
        <pc:picChg chg="add mod">
          <ac:chgData name="Cody Taylor" userId="S::crtaylor15@crimson.ua.edu::fe659dd9-56ac-4e40-986f-f3b067767590" providerId="AD" clId="Web-{192FA60E-6AF7-1877-A1D9-A4DD862A1B98}" dt="2025-12-03T19:15:43.982" v="142" actId="14100"/>
          <ac:picMkLst>
            <pc:docMk/>
            <pc:sldMk cId="4045211635" sldId="274"/>
            <ac:picMk id="3" creationId="{A32C6B41-E784-7415-EE7B-D597908BA65F}"/>
          </ac:picMkLst>
        </pc:picChg>
        <pc:picChg chg="mod">
          <ac:chgData name="Cody Taylor" userId="S::crtaylor15@crimson.ua.edu::fe659dd9-56ac-4e40-986f-f3b067767590" providerId="AD" clId="Web-{192FA60E-6AF7-1877-A1D9-A4DD862A1B98}" dt="2025-12-03T18:26:37.421" v="3" actId="1076"/>
          <ac:picMkLst>
            <pc:docMk/>
            <pc:sldMk cId="4045211635" sldId="274"/>
            <ac:picMk id="4" creationId="{B62539A4-62FC-0FE7-817E-098183E4AC44}"/>
          </ac:picMkLst>
        </pc:picChg>
        <pc:picChg chg="add mod">
          <ac:chgData name="Cody Taylor" userId="S::crtaylor15@crimson.ua.edu::fe659dd9-56ac-4e40-986f-f3b067767590" providerId="AD" clId="Web-{192FA60E-6AF7-1877-A1D9-A4DD862A1B98}" dt="2025-12-03T19:16:05.265" v="144" actId="14100"/>
          <ac:picMkLst>
            <pc:docMk/>
            <pc:sldMk cId="4045211635" sldId="274"/>
            <ac:picMk id="5" creationId="{9FDCF656-9F66-3D68-2563-43954F87EE7D}"/>
          </ac:picMkLst>
        </pc:picChg>
        <pc:picChg chg="add del mod">
          <ac:chgData name="Cody Taylor" userId="S::crtaylor15@crimson.ua.edu::fe659dd9-56ac-4e40-986f-f3b067767590" providerId="AD" clId="Web-{192FA60E-6AF7-1877-A1D9-A4DD862A1B98}" dt="2025-12-03T19:13:15.546" v="121"/>
          <ac:picMkLst>
            <pc:docMk/>
            <pc:sldMk cId="4045211635" sldId="274"/>
            <ac:picMk id="7" creationId="{02832374-BA41-4B90-3B1B-1C9B70EFF8B5}"/>
          </ac:picMkLst>
        </pc:picChg>
        <pc:picChg chg="add del mod">
          <ac:chgData name="Cody Taylor" userId="S::crtaylor15@crimson.ua.edu::fe659dd9-56ac-4e40-986f-f3b067767590" providerId="AD" clId="Web-{192FA60E-6AF7-1877-A1D9-A4DD862A1B98}" dt="2025-12-03T19:14:11.521" v="130"/>
          <ac:picMkLst>
            <pc:docMk/>
            <pc:sldMk cId="4045211635" sldId="274"/>
            <ac:picMk id="9" creationId="{CA69273E-A1E3-A2C2-7669-0BB38C2BAF02}"/>
          </ac:picMkLst>
        </pc:picChg>
        <pc:picChg chg="add del mod">
          <ac:chgData name="Cody Taylor" userId="S::crtaylor15@crimson.ua.edu::fe659dd9-56ac-4e40-986f-f3b067767590" providerId="AD" clId="Web-{192FA60E-6AF7-1877-A1D9-A4DD862A1B98}" dt="2025-12-03T19:15:28.449" v="140"/>
          <ac:picMkLst>
            <pc:docMk/>
            <pc:sldMk cId="4045211635" sldId="274"/>
            <ac:picMk id="10" creationId="{E28DB8C6-287A-BCF8-A1E9-71A7ED4525B4}"/>
          </ac:picMkLst>
        </pc:picChg>
        <pc:picChg chg="add mod">
          <ac:chgData name="Cody Taylor" userId="S::crtaylor15@crimson.ua.edu::fe659dd9-56ac-4e40-986f-f3b067767590" providerId="AD" clId="Web-{192FA60E-6AF7-1877-A1D9-A4DD862A1B98}" dt="2025-12-03T19:15:33.294" v="141" actId="1076"/>
          <ac:picMkLst>
            <pc:docMk/>
            <pc:sldMk cId="4045211635" sldId="274"/>
            <ac:picMk id="11" creationId="{12D3327E-7E4E-9FC5-8725-046C6C61C74D}"/>
          </ac:picMkLst>
        </pc:picChg>
        <pc:picChg chg="add del mod">
          <ac:chgData name="Cody Taylor" userId="S::crtaylor15@crimson.ua.edu::fe659dd9-56ac-4e40-986f-f3b067767590" providerId="AD" clId="Web-{192FA60E-6AF7-1877-A1D9-A4DD862A1B98}" dt="2025-12-03T19:20:45.027" v="148"/>
          <ac:picMkLst>
            <pc:docMk/>
            <pc:sldMk cId="4045211635" sldId="274"/>
            <ac:picMk id="12" creationId="{B9A8902D-4B25-B6A9-6B17-6A0E6A4BA4E7}"/>
          </ac:picMkLst>
        </pc:picChg>
      </pc:sldChg>
      <pc:sldChg chg="addSp delSp modSp add ord replId">
        <pc:chgData name="Cody Taylor" userId="S::crtaylor15@crimson.ua.edu::fe659dd9-56ac-4e40-986f-f3b067767590" providerId="AD" clId="Web-{192FA60E-6AF7-1877-A1D9-A4DD862A1B98}" dt="2025-12-03T18:46:44.904" v="28" actId="20577"/>
        <pc:sldMkLst>
          <pc:docMk/>
          <pc:sldMk cId="1673950509" sldId="279"/>
        </pc:sldMkLst>
        <pc:spChg chg="mod">
          <ac:chgData name="Cody Taylor" userId="S::crtaylor15@crimson.ua.edu::fe659dd9-56ac-4e40-986f-f3b067767590" providerId="AD" clId="Web-{192FA60E-6AF7-1877-A1D9-A4DD862A1B98}" dt="2025-12-03T18:44:11.131" v="8" actId="20577"/>
          <ac:spMkLst>
            <pc:docMk/>
            <pc:sldMk cId="1673950509" sldId="279"/>
            <ac:spMk id="2" creationId="{B9705915-7BDF-764A-FECE-A6CB8BFF27F7}"/>
          </ac:spMkLst>
        </pc:spChg>
        <pc:spChg chg="add del mod">
          <ac:chgData name="Cody Taylor" userId="S::crtaylor15@crimson.ua.edu::fe659dd9-56ac-4e40-986f-f3b067767590" providerId="AD" clId="Web-{192FA60E-6AF7-1877-A1D9-A4DD862A1B98}" dt="2025-12-03T18:44:13.397" v="10"/>
          <ac:spMkLst>
            <pc:docMk/>
            <pc:sldMk cId="1673950509" sldId="279"/>
            <ac:spMk id="5" creationId="{6C391F59-BA20-22F9-9C97-6B1750BA6DD8}"/>
          </ac:spMkLst>
        </pc:spChg>
        <pc:spChg chg="mod">
          <ac:chgData name="Cody Taylor" userId="S::crtaylor15@crimson.ua.edu::fe659dd9-56ac-4e40-986f-f3b067767590" providerId="AD" clId="Web-{192FA60E-6AF7-1877-A1D9-A4DD862A1B98}" dt="2025-12-03T18:46:44.904" v="28" actId="20577"/>
          <ac:spMkLst>
            <pc:docMk/>
            <pc:sldMk cId="1673950509" sldId="279"/>
            <ac:spMk id="6" creationId="{D73CDD67-881D-D535-B956-D23DFDFEAA75}"/>
          </ac:spMkLst>
        </pc:spChg>
        <pc:spChg chg="add del mod">
          <ac:chgData name="Cody Taylor" userId="S::crtaylor15@crimson.ua.edu::fe659dd9-56ac-4e40-986f-f3b067767590" providerId="AD" clId="Web-{192FA60E-6AF7-1877-A1D9-A4DD862A1B98}" dt="2025-12-03T18:46:25.044" v="22"/>
          <ac:spMkLst>
            <pc:docMk/>
            <pc:sldMk cId="1673950509" sldId="279"/>
            <ac:spMk id="9" creationId="{4F74F221-BCE4-F3E3-4938-DD26042E7BFD}"/>
          </ac:spMkLst>
        </pc:spChg>
        <pc:picChg chg="del">
          <ac:chgData name="Cody Taylor" userId="S::crtaylor15@crimson.ua.edu::fe659dd9-56ac-4e40-986f-f3b067767590" providerId="AD" clId="Web-{192FA60E-6AF7-1877-A1D9-A4DD862A1B98}" dt="2025-12-03T18:44:12.491" v="9"/>
          <ac:picMkLst>
            <pc:docMk/>
            <pc:sldMk cId="1673950509" sldId="279"/>
            <ac:picMk id="4" creationId="{F2CC37EC-B5CA-C80C-57E9-E9C6113D195A}"/>
          </ac:picMkLst>
        </pc:picChg>
        <pc:picChg chg="add del mod ord">
          <ac:chgData name="Cody Taylor" userId="S::crtaylor15@crimson.ua.edu::fe659dd9-56ac-4e40-986f-f3b067767590" providerId="AD" clId="Web-{192FA60E-6AF7-1877-A1D9-A4DD862A1B98}" dt="2025-12-03T18:46:24.122" v="21"/>
          <ac:picMkLst>
            <pc:docMk/>
            <pc:sldMk cId="1673950509" sldId="279"/>
            <ac:picMk id="7" creationId="{E34B5ED2-8F74-03F2-152F-4C2C085954C8}"/>
          </ac:picMkLst>
        </pc:picChg>
        <pc:picChg chg="add mod ord">
          <ac:chgData name="Cody Taylor" userId="S::crtaylor15@crimson.ua.edu::fe659dd9-56ac-4e40-986f-f3b067767590" providerId="AD" clId="Web-{192FA60E-6AF7-1877-A1D9-A4DD862A1B98}" dt="2025-12-03T18:46:33.998" v="26" actId="14100"/>
          <ac:picMkLst>
            <pc:docMk/>
            <pc:sldMk cId="1673950509" sldId="279"/>
            <ac:picMk id="10" creationId="{1C675292-4482-A507-7D81-3A1AC0C84CC8}"/>
          </ac:picMkLst>
        </pc:picChg>
      </pc:sldChg>
      <pc:sldChg chg="modSp add replId">
        <pc:chgData name="Cody Taylor" userId="S::crtaylor15@crimson.ua.edu::fe659dd9-56ac-4e40-986f-f3b067767590" providerId="AD" clId="Web-{192FA60E-6AF7-1877-A1D9-A4DD862A1B98}" dt="2025-12-03T18:46:20.935" v="20" actId="20577"/>
        <pc:sldMkLst>
          <pc:docMk/>
          <pc:sldMk cId="3361049080" sldId="280"/>
        </pc:sldMkLst>
        <pc:spChg chg="mod">
          <ac:chgData name="Cody Taylor" userId="S::crtaylor15@crimson.ua.edu::fe659dd9-56ac-4e40-986f-f3b067767590" providerId="AD" clId="Web-{192FA60E-6AF7-1877-A1D9-A4DD862A1B98}" dt="2025-12-03T18:46:20.935" v="20" actId="20577"/>
          <ac:spMkLst>
            <pc:docMk/>
            <pc:sldMk cId="3361049080" sldId="280"/>
            <ac:spMk id="6" creationId="{23E79EFC-8B56-2101-EB77-09F952EF5B74}"/>
          </ac:spMkLst>
        </pc:spChg>
      </pc:sldChg>
      <pc:sldChg chg="addSp delSp modSp add replId">
        <pc:chgData name="Cody Taylor" userId="S::crtaylor15@crimson.ua.edu::fe659dd9-56ac-4e40-986f-f3b067767590" providerId="AD" clId="Web-{192FA60E-6AF7-1877-A1D9-A4DD862A1B98}" dt="2025-12-03T18:57:25.064" v="75" actId="14100"/>
        <pc:sldMkLst>
          <pc:docMk/>
          <pc:sldMk cId="2596054521" sldId="281"/>
        </pc:sldMkLst>
        <pc:spChg chg="mod">
          <ac:chgData name="Cody Taylor" userId="S::crtaylor15@crimson.ua.edu::fe659dd9-56ac-4e40-986f-f3b067767590" providerId="AD" clId="Web-{192FA60E-6AF7-1877-A1D9-A4DD862A1B98}" dt="2025-12-03T18:53:20.445" v="49" actId="20577"/>
          <ac:spMkLst>
            <pc:docMk/>
            <pc:sldMk cId="2596054521" sldId="281"/>
            <ac:spMk id="2" creationId="{62D377AC-3DFF-7BFA-9113-9C6CB30AC08A}"/>
          </ac:spMkLst>
        </pc:spChg>
        <pc:spChg chg="add del mod">
          <ac:chgData name="Cody Taylor" userId="S::crtaylor15@crimson.ua.edu::fe659dd9-56ac-4e40-986f-f3b067767590" providerId="AD" clId="Web-{192FA60E-6AF7-1877-A1D9-A4DD862A1B98}" dt="2025-12-03T18:53:24.335" v="51"/>
          <ac:spMkLst>
            <pc:docMk/>
            <pc:sldMk cId="2596054521" sldId="281"/>
            <ac:spMk id="4" creationId="{D455EA08-F6F4-2DD9-5233-3736F1F04DFB}"/>
          </ac:spMkLst>
        </pc:spChg>
        <pc:spChg chg="mod">
          <ac:chgData name="Cody Taylor" userId="S::crtaylor15@crimson.ua.edu::fe659dd9-56ac-4e40-986f-f3b067767590" providerId="AD" clId="Web-{192FA60E-6AF7-1877-A1D9-A4DD862A1B98}" dt="2025-12-03T18:54:03.211" v="58" actId="20577"/>
          <ac:spMkLst>
            <pc:docMk/>
            <pc:sldMk cId="2596054521" sldId="281"/>
            <ac:spMk id="6" creationId="{571857B3-78E8-CE13-412B-8A80DC3D6D29}"/>
          </ac:spMkLst>
        </pc:spChg>
        <pc:spChg chg="add del mod">
          <ac:chgData name="Cody Taylor" userId="S::crtaylor15@crimson.ua.edu::fe659dd9-56ac-4e40-986f-f3b067767590" providerId="AD" clId="Web-{192FA60E-6AF7-1877-A1D9-A4DD862A1B98}" dt="2025-12-03T18:57:18.469" v="73"/>
          <ac:spMkLst>
            <pc:docMk/>
            <pc:sldMk cId="2596054521" sldId="281"/>
            <ac:spMk id="9" creationId="{BFA0AABC-8A2D-0314-16FC-FF2AF654C881}"/>
          </ac:spMkLst>
        </pc:spChg>
        <pc:picChg chg="add del mod ord">
          <ac:chgData name="Cody Taylor" userId="S::crtaylor15@crimson.ua.edu::fe659dd9-56ac-4e40-986f-f3b067767590" providerId="AD" clId="Web-{192FA60E-6AF7-1877-A1D9-A4DD862A1B98}" dt="2025-12-03T18:57:17.407" v="72"/>
          <ac:picMkLst>
            <pc:docMk/>
            <pc:sldMk cId="2596054521" sldId="281"/>
            <ac:picMk id="5" creationId="{BAE7605C-4B3E-BB3A-E286-E66D0D323E46}"/>
          </ac:picMkLst>
        </pc:picChg>
        <pc:picChg chg="del">
          <ac:chgData name="Cody Taylor" userId="S::crtaylor15@crimson.ua.edu::fe659dd9-56ac-4e40-986f-f3b067767590" providerId="AD" clId="Web-{192FA60E-6AF7-1877-A1D9-A4DD862A1B98}" dt="2025-12-03T18:53:23.148" v="50"/>
          <ac:picMkLst>
            <pc:docMk/>
            <pc:sldMk cId="2596054521" sldId="281"/>
            <ac:picMk id="7" creationId="{F12D07FF-CF4B-4B60-7DF4-CFF7CCFA385C}"/>
          </ac:picMkLst>
        </pc:picChg>
        <pc:picChg chg="add mod ord">
          <ac:chgData name="Cody Taylor" userId="S::crtaylor15@crimson.ua.edu::fe659dd9-56ac-4e40-986f-f3b067767590" providerId="AD" clId="Web-{192FA60E-6AF7-1877-A1D9-A4DD862A1B98}" dt="2025-12-03T18:57:25.064" v="75" actId="14100"/>
          <ac:picMkLst>
            <pc:docMk/>
            <pc:sldMk cId="2596054521" sldId="281"/>
            <ac:picMk id="10" creationId="{A281E116-E4F6-A005-7904-86234B572A86}"/>
          </ac:picMkLst>
        </pc:picChg>
      </pc:sldChg>
      <pc:sldChg chg="addSp delSp modSp add replId">
        <pc:chgData name="Cody Taylor" userId="S::crtaylor15@crimson.ua.edu::fe659dd9-56ac-4e40-986f-f3b067767590" providerId="AD" clId="Web-{192FA60E-6AF7-1877-A1D9-A4DD862A1B98}" dt="2025-12-03T18:55:16.274" v="71" actId="1076"/>
        <pc:sldMkLst>
          <pc:docMk/>
          <pc:sldMk cId="3770347219" sldId="282"/>
        </pc:sldMkLst>
        <pc:spChg chg="mod">
          <ac:chgData name="Cody Taylor" userId="S::crtaylor15@crimson.ua.edu::fe659dd9-56ac-4e40-986f-f3b067767590" providerId="AD" clId="Web-{192FA60E-6AF7-1877-A1D9-A4DD862A1B98}" dt="2025-12-03T18:54:48.180" v="64" actId="20577"/>
          <ac:spMkLst>
            <pc:docMk/>
            <pc:sldMk cId="3770347219" sldId="282"/>
            <ac:spMk id="2" creationId="{AEA69554-0820-211E-1F03-717A0A7909CC}"/>
          </ac:spMkLst>
        </pc:spChg>
        <pc:spChg chg="add del mod">
          <ac:chgData name="Cody Taylor" userId="S::crtaylor15@crimson.ua.edu::fe659dd9-56ac-4e40-986f-f3b067767590" providerId="AD" clId="Web-{192FA60E-6AF7-1877-A1D9-A4DD862A1B98}" dt="2025-12-03T18:54:49.743" v="66"/>
          <ac:spMkLst>
            <pc:docMk/>
            <pc:sldMk cId="3770347219" sldId="282"/>
            <ac:spMk id="4" creationId="{E78D4CA6-5674-CFF4-F5C9-556483F72BE6}"/>
          </ac:spMkLst>
        </pc:spChg>
        <pc:spChg chg="mod">
          <ac:chgData name="Cody Taylor" userId="S::crtaylor15@crimson.ua.edu::fe659dd9-56ac-4e40-986f-f3b067767590" providerId="AD" clId="Web-{192FA60E-6AF7-1877-A1D9-A4DD862A1B98}" dt="2025-12-03T18:55:08.055" v="70" actId="20577"/>
          <ac:spMkLst>
            <pc:docMk/>
            <pc:sldMk cId="3770347219" sldId="282"/>
            <ac:spMk id="6" creationId="{8123377C-2950-7A13-F3F4-D88E44C40E21}"/>
          </ac:spMkLst>
        </pc:spChg>
        <pc:picChg chg="add mod ord">
          <ac:chgData name="Cody Taylor" userId="S::crtaylor15@crimson.ua.edu::fe659dd9-56ac-4e40-986f-f3b067767590" providerId="AD" clId="Web-{192FA60E-6AF7-1877-A1D9-A4DD862A1B98}" dt="2025-12-03T18:55:16.274" v="71" actId="1076"/>
          <ac:picMkLst>
            <pc:docMk/>
            <pc:sldMk cId="3770347219" sldId="282"/>
            <ac:picMk id="5" creationId="{244B939B-02FB-88D3-6806-C468CF112B43}"/>
          </ac:picMkLst>
        </pc:picChg>
        <pc:picChg chg="del">
          <ac:chgData name="Cody Taylor" userId="S::crtaylor15@crimson.ua.edu::fe659dd9-56ac-4e40-986f-f3b067767590" providerId="AD" clId="Web-{192FA60E-6AF7-1877-A1D9-A4DD862A1B98}" dt="2025-12-03T18:54:48.931" v="65"/>
          <ac:picMkLst>
            <pc:docMk/>
            <pc:sldMk cId="3770347219" sldId="282"/>
            <ac:picMk id="7" creationId="{22690AF0-125F-B6EE-E113-37CAF602829D}"/>
          </ac:picMkLst>
        </pc:picChg>
      </pc:sldChg>
      <pc:sldChg chg="addSp delSp modSp add replId">
        <pc:chgData name="Cody Taylor" userId="S::crtaylor15@crimson.ua.edu::fe659dd9-56ac-4e40-986f-f3b067767590" providerId="AD" clId="Web-{192FA60E-6AF7-1877-A1D9-A4DD862A1B98}" dt="2025-12-03T19:11:15.936" v="108" actId="20577"/>
        <pc:sldMkLst>
          <pc:docMk/>
          <pc:sldMk cId="2577180597" sldId="283"/>
        </pc:sldMkLst>
        <pc:spChg chg="mod">
          <ac:chgData name="Cody Taylor" userId="S::crtaylor15@crimson.ua.edu::fe659dd9-56ac-4e40-986f-f3b067767590" providerId="AD" clId="Web-{192FA60E-6AF7-1877-A1D9-A4DD862A1B98}" dt="2025-12-03T19:09:46.216" v="84" actId="20577"/>
          <ac:spMkLst>
            <pc:docMk/>
            <pc:sldMk cId="2577180597" sldId="283"/>
            <ac:spMk id="2" creationId="{BA3C59E7-F983-8E41-39F4-0CBDEEE2DE1B}"/>
          </ac:spMkLst>
        </pc:spChg>
        <pc:spChg chg="add del mod">
          <ac:chgData name="Cody Taylor" userId="S::crtaylor15@crimson.ua.edu::fe659dd9-56ac-4e40-986f-f3b067767590" providerId="AD" clId="Web-{192FA60E-6AF7-1877-A1D9-A4DD862A1B98}" dt="2025-12-03T19:10:44.904" v="93"/>
          <ac:spMkLst>
            <pc:docMk/>
            <pc:sldMk cId="2577180597" sldId="283"/>
            <ac:spMk id="4" creationId="{8733F836-7DF3-DF9E-0723-7AAE1E3C5833}"/>
          </ac:spMkLst>
        </pc:spChg>
        <pc:spChg chg="mod">
          <ac:chgData name="Cody Taylor" userId="S::crtaylor15@crimson.ua.edu::fe659dd9-56ac-4e40-986f-f3b067767590" providerId="AD" clId="Web-{192FA60E-6AF7-1877-A1D9-A4DD862A1B98}" dt="2025-12-03T19:11:15.936" v="108" actId="20577"/>
          <ac:spMkLst>
            <pc:docMk/>
            <pc:sldMk cId="2577180597" sldId="283"/>
            <ac:spMk id="6" creationId="{884912B4-2D65-3C8F-4CDB-FBC854D4B3D0}"/>
          </ac:spMkLst>
        </pc:spChg>
        <pc:picChg chg="del">
          <ac:chgData name="Cody Taylor" userId="S::crtaylor15@crimson.ua.edu::fe659dd9-56ac-4e40-986f-f3b067767590" providerId="AD" clId="Web-{192FA60E-6AF7-1877-A1D9-A4DD862A1B98}" dt="2025-12-03T19:10:43.998" v="92"/>
          <ac:picMkLst>
            <pc:docMk/>
            <pc:sldMk cId="2577180597" sldId="283"/>
            <ac:picMk id="5" creationId="{DF79EDEA-8DDF-10CE-989A-FA415C758BE5}"/>
          </ac:picMkLst>
        </pc:picChg>
        <pc:picChg chg="add mod ord">
          <ac:chgData name="Cody Taylor" userId="S::crtaylor15@crimson.ua.edu::fe659dd9-56ac-4e40-986f-f3b067767590" providerId="AD" clId="Web-{192FA60E-6AF7-1877-A1D9-A4DD862A1B98}" dt="2025-12-03T19:10:51.435" v="95" actId="14100"/>
          <ac:picMkLst>
            <pc:docMk/>
            <pc:sldMk cId="2577180597" sldId="283"/>
            <ac:picMk id="7" creationId="{554044D0-B7CB-4978-588D-6153AB2CDA63}"/>
          </ac:picMkLst>
        </pc:picChg>
      </pc:sldChg>
      <pc:sldChg chg="addSp delSp modSp add replId">
        <pc:chgData name="Cody Taylor" userId="S::crtaylor15@crimson.ua.edu::fe659dd9-56ac-4e40-986f-f3b067767590" providerId="AD" clId="Web-{192FA60E-6AF7-1877-A1D9-A4DD862A1B98}" dt="2025-12-03T19:10:16.591" v="91" actId="20577"/>
        <pc:sldMkLst>
          <pc:docMk/>
          <pc:sldMk cId="3319634920" sldId="284"/>
        </pc:sldMkLst>
        <pc:spChg chg="mod">
          <ac:chgData name="Cody Taylor" userId="S::crtaylor15@crimson.ua.edu::fe659dd9-56ac-4e40-986f-f3b067767590" providerId="AD" clId="Web-{192FA60E-6AF7-1877-A1D9-A4DD862A1B98}" dt="2025-12-03T19:09:52.982" v="86" actId="20577"/>
          <ac:spMkLst>
            <pc:docMk/>
            <pc:sldMk cId="3319634920" sldId="284"/>
            <ac:spMk id="2" creationId="{9771FB7B-99DB-2909-DD66-F525BD8090DF}"/>
          </ac:spMkLst>
        </pc:spChg>
        <pc:spChg chg="add del mod">
          <ac:chgData name="Cody Taylor" userId="S::crtaylor15@crimson.ua.edu::fe659dd9-56ac-4e40-986f-f3b067767590" providerId="AD" clId="Web-{192FA60E-6AF7-1877-A1D9-A4DD862A1B98}" dt="2025-12-03T19:09:55.232" v="88"/>
          <ac:spMkLst>
            <pc:docMk/>
            <pc:sldMk cId="3319634920" sldId="284"/>
            <ac:spMk id="4" creationId="{BD900671-789A-8BFC-CAAD-F3C401E70068}"/>
          </ac:spMkLst>
        </pc:spChg>
        <pc:spChg chg="mod">
          <ac:chgData name="Cody Taylor" userId="S::crtaylor15@crimson.ua.edu::fe659dd9-56ac-4e40-986f-f3b067767590" providerId="AD" clId="Web-{192FA60E-6AF7-1877-A1D9-A4DD862A1B98}" dt="2025-12-03T19:10:16.591" v="91" actId="20577"/>
          <ac:spMkLst>
            <pc:docMk/>
            <pc:sldMk cId="3319634920" sldId="284"/>
            <ac:spMk id="6" creationId="{10A4E39E-D204-7C7D-1640-57F3E6683641}"/>
          </ac:spMkLst>
        </pc:spChg>
        <pc:picChg chg="del">
          <ac:chgData name="Cody Taylor" userId="S::crtaylor15@crimson.ua.edu::fe659dd9-56ac-4e40-986f-f3b067767590" providerId="AD" clId="Web-{192FA60E-6AF7-1877-A1D9-A4DD862A1B98}" dt="2025-12-03T19:09:54.404" v="87"/>
          <ac:picMkLst>
            <pc:docMk/>
            <pc:sldMk cId="3319634920" sldId="284"/>
            <ac:picMk id="5" creationId="{8E20E92A-E2FE-BA37-1BD5-6156E3FB385C}"/>
          </ac:picMkLst>
        </pc:picChg>
        <pc:picChg chg="add mod ord">
          <ac:chgData name="Cody Taylor" userId="S::crtaylor15@crimson.ua.edu::fe659dd9-56ac-4e40-986f-f3b067767590" providerId="AD" clId="Web-{192FA60E-6AF7-1877-A1D9-A4DD862A1B98}" dt="2025-12-03T19:09:59.404" v="89" actId="1076"/>
          <ac:picMkLst>
            <pc:docMk/>
            <pc:sldMk cId="3319634920" sldId="284"/>
            <ac:picMk id="7" creationId="{99A99CAF-B00F-630A-A362-3FE06C9512CC}"/>
          </ac:picMkLst>
        </pc:picChg>
      </pc:sldChg>
      <pc:sldChg chg="addSp modSp add del replId">
        <pc:chgData name="Cody Taylor" userId="S::crtaylor15@crimson.ua.edu::fe659dd9-56ac-4e40-986f-f3b067767590" providerId="AD" clId="Web-{192FA60E-6AF7-1877-A1D9-A4DD862A1B98}" dt="2025-12-03T19:21:49.794" v="165"/>
        <pc:sldMkLst>
          <pc:docMk/>
          <pc:sldMk cId="3688252985" sldId="285"/>
        </pc:sldMkLst>
        <pc:grpChg chg="mod">
          <ac:chgData name="Cody Taylor" userId="S::crtaylor15@crimson.ua.edu::fe659dd9-56ac-4e40-986f-f3b067767590" providerId="AD" clId="Web-{192FA60E-6AF7-1877-A1D9-A4DD862A1B98}" dt="2025-12-03T19:21:38.466" v="162" actId="1076"/>
          <ac:grpSpMkLst>
            <pc:docMk/>
            <pc:sldMk cId="3688252985" sldId="285"/>
            <ac:grpSpMk id="8" creationId="{2C9BC968-A718-B140-EBB5-9FBB7F35C7FA}"/>
          </ac:grpSpMkLst>
        </pc:grpChg>
        <pc:picChg chg="mod">
          <ac:chgData name="Cody Taylor" userId="S::crtaylor15@crimson.ua.edu::fe659dd9-56ac-4e40-986f-f3b067767590" providerId="AD" clId="Web-{192FA60E-6AF7-1877-A1D9-A4DD862A1B98}" dt="2025-12-03T19:21:41.794" v="163" actId="1076"/>
          <ac:picMkLst>
            <pc:docMk/>
            <pc:sldMk cId="3688252985" sldId="285"/>
            <ac:picMk id="4" creationId="{81F4826D-7E97-41E9-4252-6F7FCB2E78E9}"/>
          </ac:picMkLst>
        </pc:picChg>
        <pc:picChg chg="add mod">
          <ac:chgData name="Cody Taylor" userId="S::crtaylor15@crimson.ua.edu::fe659dd9-56ac-4e40-986f-f3b067767590" providerId="AD" clId="Web-{192FA60E-6AF7-1877-A1D9-A4DD862A1B98}" dt="2025-12-03T19:21:02.418" v="153" actId="1076"/>
          <ac:picMkLst>
            <pc:docMk/>
            <pc:sldMk cId="3688252985" sldId="285"/>
            <ac:picMk id="7" creationId="{DA928325-AF18-ACDC-5140-FA9CBCA05E6C}"/>
          </ac:picMkLst>
        </pc:picChg>
        <pc:picChg chg="mod">
          <ac:chgData name="Cody Taylor" userId="S::crtaylor15@crimson.ua.edu::fe659dd9-56ac-4e40-986f-f3b067767590" providerId="AD" clId="Web-{192FA60E-6AF7-1877-A1D9-A4DD862A1B98}" dt="2025-12-03T19:21:31.231" v="160" actId="1076"/>
          <ac:picMkLst>
            <pc:docMk/>
            <pc:sldMk cId="3688252985" sldId="285"/>
            <ac:picMk id="11" creationId="{3F27F3D7-E74A-A2F0-FEB2-3FA3C12F8FF4}"/>
          </ac:picMkLst>
        </pc:picChg>
      </pc:sldChg>
      <pc:sldChg chg="add replId">
        <pc:chgData name="Cody Taylor" userId="S::crtaylor15@crimson.ua.edu::fe659dd9-56ac-4e40-986f-f3b067767590" providerId="AD" clId="Web-{192FA60E-6AF7-1877-A1D9-A4DD862A1B98}" dt="2025-12-03T19:21:48.325" v="164"/>
        <pc:sldMkLst>
          <pc:docMk/>
          <pc:sldMk cId="3367243508" sldId="286"/>
        </pc:sldMkLst>
      </pc:sldChg>
    </pc:docChg>
  </pc:docChgLst>
  <pc:docChgLst>
    <pc:chgData name="Lauren Mitchek" userId="S::lemitchek@crimson.ua.edu::9485c679-0c51-43d9-8de6-3ab748f0bd81" providerId="AD" clId="Web-{DCB4FF08-BF89-8925-2315-53E61EC3900E}"/>
    <pc:docChg chg="modSld">
      <pc:chgData name="Lauren Mitchek" userId="S::lemitchek@crimson.ua.edu::9485c679-0c51-43d9-8de6-3ab748f0bd81" providerId="AD" clId="Web-{DCB4FF08-BF89-8925-2315-53E61EC3900E}" dt="2025-11-12T21:34:30.003" v="52"/>
      <pc:docMkLst>
        <pc:docMk/>
      </pc:docMkLst>
      <pc:sldChg chg="modNotes">
        <pc:chgData name="Lauren Mitchek" userId="S::lemitchek@crimson.ua.edu::9485c679-0c51-43d9-8de6-3ab748f0bd81" providerId="AD" clId="Web-{DCB4FF08-BF89-8925-2315-53E61EC3900E}" dt="2025-11-12T21:34:30.003" v="52"/>
        <pc:sldMkLst>
          <pc:docMk/>
          <pc:sldMk cId="3605053050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06507-5013-4EF8-A96C-274D56936A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BC03B-9AC6-4F4A-B98E-14865EB73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4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90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372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C626-2598-4961-2FE4-B21217B23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DB742-7D5B-530C-965C-2F6294F0C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2D346-E67B-3E5C-543B-6E5F98251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3261D-2C8D-8163-30C3-17B170025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33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F867-3887-C744-9BB7-7A6B6C666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52B18-454F-09C0-10EE-4E2D8BFEC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42039-4240-625B-8B1B-C86CC51D7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1BE53-4F73-191F-590F-98DE2C7A0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28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0D8DD-B49C-B0D4-14AB-125BDC11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7E524-A9CC-B74A-03F8-DEE6395B9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A7646-67AE-4D56-F410-08FB6E18C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04449-46FB-6CAD-CB4D-DA93B396D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75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F9D62-B31B-888C-981D-5B6AEBE84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FCDF1-79F6-55A9-30D1-544F31046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7882F-87FE-51A5-ADEA-675C71E42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B5837-7411-58D1-7C19-29F8ACC44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67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D1BB-B39F-B6F3-553A-8CC70CD2D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46571-A981-A6EB-A438-90563A0C1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B4160-8BD9-2A9B-CF44-9B38B6935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C4A30-828D-D01D-87D8-EC90E03B8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99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43C5D-EE1F-604A-E41F-E11C6473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34714-A5DD-ABF3-86EB-5091AD3FE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CA9EA-61F3-A557-575C-444143AA6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4E4CF-1A0B-4B51-1695-27AE8FE40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76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1436C-C236-638E-2D3B-53F303FD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4E874-B40E-02AE-9A5E-7A9508722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DE33BD-6D61-B79E-D547-13E2F272A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99B1F-6EE4-6D16-F9C7-3168AD8B6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36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3EC17-91BF-FE66-BD26-B54425CE9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A543A-62E0-221F-64CD-C772A23F0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5E5B0-C1D1-C372-CF16-93B7F315D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673C1-AEE2-59B2-85D1-8F4ED3CA9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90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DF77C-1FBA-2CAD-02BE-BE40F2DCB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519951-C160-E29A-013E-84B8D42CC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F70EF-2920-75EE-FB1F-64655C66E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7B019-1CEB-7B83-9A54-C0E6F3B41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796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68FFB-EF2B-3DD4-D0D9-F0D5C1993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51167-D913-899B-664E-2851C3C50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82608-94BA-62F0-695F-5FFEE9FBA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105B7-4B59-F382-3766-FDB4346D6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28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CD82-D496-46B3-CF85-2CBD62E8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D8601-7D3F-3DCC-2EF7-76A78B830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21E38-09B6-1A0A-0955-54CB0164C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F4D4A-BEBB-43E7-9D88-147C51B8F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34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37AD4-0C52-B1F7-250C-0ADB20302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1EDD1-3413-AA2C-FEA5-6C40A715D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E4C45-5E4B-2DDA-8684-F0DAE9D2A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B1765-AC7E-8DF3-1FB6-432AC857C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82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D13A-1542-59D3-FAB5-27D1429D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3CDAA-8843-C6C8-91E8-3324178C4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BFCD0-9535-3515-2972-5A321006B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60DB6-0C1B-3FDF-BEEB-111F57E0B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04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24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AA617-A778-9E33-358A-506218296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0FCAD4-2EA6-CB0D-02C4-BCE3789C6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0850A-CB8F-CC7E-3717-EF540E519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FD01F-A203-634F-40D6-E91550732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C03B-9AC6-4F4A-B98E-14865EB7311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299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15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27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94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4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69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6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59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79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2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4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29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77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4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505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80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6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0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467C5FA-8FF1-459B-B841-720F62DD513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542F8CB-80B5-4C06-AB65-2B250827D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D9ACDE-8038-488C-AB0C-5FD1A373C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2D35D9-A7E3-81EE-8C97-A14947D4C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4450" y="965200"/>
            <a:ext cx="7372350" cy="3404680"/>
          </a:xfrm>
        </p:spPr>
        <p:txBody>
          <a:bodyPr>
            <a:normAutofit/>
          </a:bodyPr>
          <a:lstStyle/>
          <a:p>
            <a:pPr algn="l"/>
            <a:r>
              <a:rPr lang="en-US"/>
              <a:t>Chicago Crimes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BE00D-7FD2-628B-DE41-E6CB00029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450" y="4503906"/>
            <a:ext cx="7372350" cy="1388892"/>
          </a:xfrm>
        </p:spPr>
        <p:txBody>
          <a:bodyPr>
            <a:normAutofit/>
          </a:bodyPr>
          <a:lstStyle/>
          <a:p>
            <a:pPr algn="l"/>
            <a:r>
              <a:rPr lang="en-US"/>
              <a:t>Presented by Cody Taylor, Lauren </a:t>
            </a:r>
            <a:r>
              <a:rPr lang="en-US" err="1"/>
              <a:t>Mitchek</a:t>
            </a:r>
            <a:r>
              <a:rPr lang="en-US"/>
              <a:t>, and Faith Elrod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6C2449-5F66-4753-AAA3-4AD81E57A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9F7DAB-18F4-436A-A0D8-61013DEB6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1424" y="1"/>
            <a:ext cx="3258129" cy="6858000"/>
            <a:chOff x="141424" y="1"/>
            <a:chExt cx="3258129" cy="6858000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AA2A446D-5444-4251-A0C1-1C33937BB1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5233" y="1"/>
              <a:ext cx="858884" cy="2780957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E013EF53-9F7F-40D2-9E88-917DCF6430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1"/>
              <a:ext cx="835810" cy="2671495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210AE139-2815-4F3D-A56C-2608DB3D7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2585830"/>
              <a:ext cx="2175413" cy="4272171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7C52B438-B53F-4BCB-A9A8-183E8815A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9078" y="2695292"/>
              <a:ext cx="2690743" cy="4162709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7375C8-AF41-41DF-8F04-72401D4B9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95233" y="2690532"/>
              <a:ext cx="2904320" cy="4167469"/>
            </a:xfrm>
            <a:custGeom>
              <a:avLst/>
              <a:gdLst>
                <a:gd name="connsiteX0" fmla="*/ 0 w 2904320"/>
                <a:gd name="connsiteY0" fmla="*/ 0 h 4167469"/>
                <a:gd name="connsiteX1" fmla="*/ 288431 w 2904320"/>
                <a:gd name="connsiteY1" fmla="*/ 90425 h 4167469"/>
                <a:gd name="connsiteX2" fmla="*/ 2904320 w 2904320"/>
                <a:gd name="connsiteY2" fmla="*/ 3220465 h 4167469"/>
                <a:gd name="connsiteX3" fmla="*/ 2904320 w 2904320"/>
                <a:gd name="connsiteY3" fmla="*/ 4167469 h 4167469"/>
                <a:gd name="connsiteX4" fmla="*/ 2694589 w 2904320"/>
                <a:gd name="connsiteY4" fmla="*/ 4167469 h 4167469"/>
                <a:gd name="connsiteX5" fmla="*/ 3846 w 2904320"/>
                <a:gd name="connsiteY5" fmla="*/ 4759 h 416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04320" h="4167469">
                  <a:moveTo>
                    <a:pt x="0" y="0"/>
                  </a:moveTo>
                  <a:lnTo>
                    <a:pt x="288431" y="90425"/>
                  </a:lnTo>
                  <a:lnTo>
                    <a:pt x="2904320" y="3220465"/>
                  </a:lnTo>
                  <a:lnTo>
                    <a:pt x="2904320" y="4167469"/>
                  </a:lnTo>
                  <a:lnTo>
                    <a:pt x="2694589" y="4167469"/>
                  </a:lnTo>
                  <a:lnTo>
                    <a:pt x="3846" y="4759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1B37C1D7-483C-4CD7-85AB-F4EEA6E573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1424" y="2581071"/>
              <a:ext cx="2894568" cy="427693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2857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0617B-41D6-EFDE-E085-0FD3F7C0A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7A981-95CE-01D6-90AD-165FFFE59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59169"/>
            <a:ext cx="10018713" cy="35320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Understanding</a:t>
            </a:r>
            <a:r>
              <a:rPr lang="en-US">
                <a:ea typeface="+mn-lt"/>
                <a:cs typeface="+mn-lt"/>
              </a:rPr>
              <a:t> how temporal patterns (seasonality, day of week, weekends) and special events impact different categories of crime in Chicago from 2015-2024. Specifically, predicting daily crime counts across four categories: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 Non-Violent crimes (theft, robbery, narcotics, burglary))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Violent crimes (battery, assault, criminal damage, homicide)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Human Trafficking/Sex crimes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Total crime counts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5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6F9D-E154-6F8A-4D57-33276899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6359C-E3C2-7562-EE30-F749B62BB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Key Variables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b="1">
                <a:ea typeface="+mn-lt"/>
                <a:cs typeface="+mn-lt"/>
              </a:rPr>
              <a:t>Temporal factors</a:t>
            </a:r>
            <a:r>
              <a:rPr lang="en-US">
                <a:ea typeface="+mn-lt"/>
                <a:cs typeface="+mn-lt"/>
              </a:rPr>
              <a:t>: Day of week, month, season, weekend vs. weekday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b="1">
                <a:ea typeface="+mn-lt"/>
                <a:cs typeface="+mn-lt"/>
              </a:rPr>
              <a:t>Special events</a:t>
            </a:r>
            <a:r>
              <a:rPr lang="en-US">
                <a:ea typeface="+mn-lt"/>
                <a:cs typeface="+mn-lt"/>
              </a:rPr>
              <a:t>: Chicago Marathon, Lollapalooza, river events, and other special events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b="1">
                <a:ea typeface="+mn-lt"/>
                <a:cs typeface="+mn-lt"/>
              </a:rPr>
              <a:t>Crime categories</a:t>
            </a:r>
            <a:r>
              <a:rPr lang="en-US">
                <a:ea typeface="+mn-lt"/>
                <a:cs typeface="+mn-lt"/>
              </a:rPr>
              <a:t>: Classified into non-violent, violent, special event, and human trafficking/sex crimes</a:t>
            </a:r>
            <a:endParaRPr lang="en-US"/>
          </a:p>
          <a:p>
            <a:pPr>
              <a:buClr>
                <a:srgbClr val="1287C3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6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13BB4-34FC-685B-3FA8-56EB21986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Objectives and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B74E-10C3-327A-4451-481B80D2F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939114"/>
            <a:ext cx="10018713" cy="5774160"/>
          </a:xfrm>
        </p:spPr>
        <p:txBody>
          <a:bodyPr>
            <a:normAutofit/>
          </a:bodyPr>
          <a:lstStyle/>
          <a:p>
            <a:r>
              <a:rPr lang="en-US" b="1"/>
              <a:t>Data Sources</a:t>
            </a:r>
            <a:r>
              <a:rPr lang="en-US"/>
              <a:t>:</a:t>
            </a:r>
          </a:p>
          <a:p>
            <a:pPr lvl="1"/>
            <a:r>
              <a:rPr lang="en-US"/>
              <a:t>chicago_crime_2001_2025.parquet</a:t>
            </a:r>
          </a:p>
          <a:p>
            <a:pPr lvl="1"/>
            <a:r>
              <a:rPr lang="en-US"/>
              <a:t>Calendar for special events and federal holidays</a:t>
            </a:r>
          </a:p>
          <a:p>
            <a:r>
              <a:rPr lang="en-US" b="1"/>
              <a:t>Objectives:</a:t>
            </a:r>
          </a:p>
          <a:p>
            <a:pPr lvl="1"/>
            <a:r>
              <a:rPr lang="en-US"/>
              <a:t>Quantify the relationship between temporal predictors and crime counts across multiple crime categories</a:t>
            </a:r>
          </a:p>
          <a:p>
            <a:pPr lvl="1"/>
            <a:r>
              <a:rPr lang="en-US"/>
              <a:t>Identify statistically significant patterns in crime occurrence by the day of the week, month, season, and special events</a:t>
            </a:r>
          </a:p>
          <a:p>
            <a:pPr lvl="1"/>
            <a:r>
              <a:rPr lang="en-US"/>
              <a:t>Develop predictive models capable of forecasting daily crime counts with reasonable accuracy</a:t>
            </a:r>
          </a:p>
          <a:p>
            <a:pPr lvl="1"/>
            <a:r>
              <a:rPr lang="en-US"/>
              <a:t>Compare crime patterns between violent, non-violent, human trafficking/ sex crimes, and special event-related crimes</a:t>
            </a:r>
          </a:p>
        </p:txBody>
      </p:sp>
    </p:spTree>
    <p:extLst>
      <p:ext uri="{BB962C8B-B14F-4D97-AF65-F5344CB8AC3E}">
        <p14:creationId xmlns:p14="http://schemas.microsoft.com/office/powerpoint/2010/main" val="2739926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AC93-8C16-BB2A-2EB8-B94D449CB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532" y="224482"/>
            <a:ext cx="10018713" cy="1752599"/>
          </a:xfrm>
        </p:spPr>
        <p:txBody>
          <a:bodyPr/>
          <a:lstStyle/>
          <a:p>
            <a:r>
              <a:rPr lang="en-US"/>
              <a:t>How we obtained the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EC836-35AB-9ED3-199C-41F0E4B3E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77081"/>
            <a:ext cx="10018713" cy="4423719"/>
          </a:xfrm>
        </p:spPr>
        <p:txBody>
          <a:bodyPr>
            <a:normAutofit/>
          </a:bodyPr>
          <a:lstStyle/>
          <a:p>
            <a:pPr lvl="1"/>
            <a:r>
              <a:rPr lang="en-US"/>
              <a:t>Aggregate outcomes at the daily level instead of month, day, year, hour, minute, second</a:t>
            </a:r>
          </a:p>
          <a:p>
            <a:pPr lvl="1"/>
            <a:r>
              <a:rPr lang="en-US"/>
              <a:t>Group outcomes into non-violent, violent, and human trafficking/ sex crime variables</a:t>
            </a:r>
          </a:p>
          <a:p>
            <a:pPr lvl="1"/>
            <a:r>
              <a:rPr lang="en-US"/>
              <a:t>Include data from 2015 to 2024</a:t>
            </a:r>
          </a:p>
          <a:p>
            <a:pPr lvl="1"/>
            <a:r>
              <a:rPr lang="en-US"/>
              <a:t>Conduct an 80/20 Train/Test Split</a:t>
            </a:r>
          </a:p>
          <a:p>
            <a:pPr lvl="1"/>
            <a:r>
              <a:rPr lang="en-US"/>
              <a:t>Train models on outcome counts</a:t>
            </a:r>
          </a:p>
          <a:p>
            <a:pPr lvl="1"/>
            <a:r>
              <a:rPr lang="en-US"/>
              <a:t>Measure Accuracy using RSME</a:t>
            </a:r>
          </a:p>
          <a:p>
            <a:pPr lvl="1"/>
            <a:r>
              <a:rPr lang="en-US"/>
              <a:t>Use RMSE and Deviance explained to see if there is a significant difference</a:t>
            </a:r>
          </a:p>
          <a:p>
            <a:pPr lvl="1"/>
            <a:r>
              <a:rPr lang="en-US"/>
              <a:t>Use the predictors of day of the week, weekend, month, season, and special event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71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2E861A3-F23C-46B8-A38A-4A22E453D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BC3D220-643B-4160-B5A9-59DF5D21F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2237DE-D518-4625-8392-66D7084588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290F0DD-E80A-4263-94E1-A41F57D84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D78EA7D2-CCEA-435E-873D-36BF0522F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9DFA731E-D6BB-42CC-AA05-64023DC81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00D0483-90FB-4EB4-9770-CA8A310D5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8F31B03-408D-111C-96FC-5FCC4B3A1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4278928" cy="1752599"/>
          </a:xfrm>
        </p:spPr>
        <p:txBody>
          <a:bodyPr>
            <a:normAutofit/>
          </a:bodyPr>
          <a:lstStyle/>
          <a:p>
            <a:r>
              <a:rPr lang="en-US"/>
              <a:t>Crime Trends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46179-DA36-4BC2-28F7-D213AAFF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4278929" cy="31242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>
                <a:ea typeface="+mn-lt"/>
                <a:cs typeface="+mn-lt"/>
              </a:rPr>
              <a:t>Overall crime has declined by approximately 45% over the study period</a:t>
            </a:r>
            <a:endParaRPr lang="en-US" sz="19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1900">
                <a:ea typeface="+mn-lt"/>
                <a:cs typeface="+mn-lt"/>
              </a:rPr>
              <a:t>Strong seasonal patterns persist </a:t>
            </a:r>
            <a:endParaRPr lang="en-US" sz="19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1900">
                <a:ea typeface="+mn-lt"/>
                <a:cs typeface="+mn-lt"/>
              </a:rPr>
              <a:t>Red smoothing line shows general yearly trend</a:t>
            </a:r>
            <a:endParaRPr lang="en-US" sz="1900"/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en-US" sz="1900">
                <a:ea typeface="+mn-lt"/>
                <a:cs typeface="+mn-lt"/>
              </a:rPr>
              <a:t>This trend justifies temporal analysis to understand cyclical patterns</a:t>
            </a:r>
            <a:endParaRPr lang="en-US" sz="1900"/>
          </a:p>
          <a:p>
            <a:pPr>
              <a:lnSpc>
                <a:spcPct val="90000"/>
              </a:lnSpc>
              <a:buClr>
                <a:srgbClr val="1287C3"/>
              </a:buClr>
            </a:pPr>
            <a:endParaRPr lang="en-US" sz="190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D7EED39-224E-4230-8FD1-B1E1AF6C6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648931"/>
            <a:ext cx="5407023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crime&#10;&#10;AI-generated content may be incorrect.">
            <a:extLst>
              <a:ext uri="{FF2B5EF4-FFF2-40B4-BE49-F238E27FC236}">
                <a16:creationId xmlns:a16="http://schemas.microsoft.com/office/drawing/2014/main" id="{1D4F1BE4-6859-FE96-B5BA-ED892A8E7B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94" r="-3" b="-3"/>
          <a:stretch>
            <a:fillRect/>
          </a:stretch>
        </p:blipFill>
        <p:spPr>
          <a:xfrm>
            <a:off x="6434407" y="1011765"/>
            <a:ext cx="4744154" cy="454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26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0236D-7733-745A-8DA1-AB8F12E37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2D09B-55E3-04FD-2A53-742C49D2C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Model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FF043-D85D-9518-6E19-D560DC781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56478"/>
            <a:ext cx="10018713" cy="4534723"/>
          </a:xfrm>
        </p:spPr>
        <p:txBody>
          <a:bodyPr>
            <a:normAutofit/>
          </a:bodyPr>
          <a:lstStyle/>
          <a:p>
            <a:pPr>
              <a:buClr>
                <a:srgbClr val="1287C3"/>
              </a:buClr>
            </a:pPr>
            <a:r>
              <a:rPr lang="en-US" sz="2600"/>
              <a:t>We are modeling count data, therefore a Poisson regression is appropriate.</a:t>
            </a:r>
          </a:p>
          <a:p>
            <a:pPr>
              <a:buClr>
                <a:srgbClr val="1287C3"/>
              </a:buClr>
            </a:pPr>
            <a:r>
              <a:rPr lang="en-US" sz="2600"/>
              <a:t>Initial investigation yields a dispersion factor of 14.4, indicating significant overdispersion.</a:t>
            </a:r>
          </a:p>
          <a:p>
            <a:pPr>
              <a:buClr>
                <a:srgbClr val="1287C3"/>
              </a:buClr>
            </a:pPr>
            <a:r>
              <a:rPr lang="en-US" sz="2600"/>
              <a:t>Thus, we will implement a negative binomial regression for predicting daily counts of crime data.</a:t>
            </a:r>
          </a:p>
          <a:p>
            <a:pPr>
              <a:buClr>
                <a:srgbClr val="1287C3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938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228CE-3AF7-07D7-D6CF-66D46162C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7F72F-5A1F-699D-175B-887880EF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Model Selection: Non-violent crime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7D138A-8209-F486-8937-262B97610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55052" y="1263418"/>
            <a:ext cx="6347850" cy="517249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681E9B-5175-3BA0-380C-F468DDEB9949}"/>
              </a:ext>
            </a:extLst>
          </p:cNvPr>
          <p:cNvSpPr txBox="1">
            <a:spLocks/>
          </p:cNvSpPr>
          <p:nvPr/>
        </p:nvSpPr>
        <p:spPr>
          <a:xfrm>
            <a:off x="980616" y="1256478"/>
            <a:ext cx="4064780" cy="5180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/>
              <a:t>Training Pipeline</a:t>
            </a:r>
          </a:p>
          <a:p>
            <a:pPr>
              <a:buClr>
                <a:srgbClr val="1287C3"/>
              </a:buClr>
            </a:pPr>
            <a:r>
              <a:rPr lang="en-US" sz="2600"/>
              <a:t>Stepwise AIC selection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sz="2600"/>
              <a:t>All predictors were kept</a:t>
            </a:r>
          </a:p>
          <a:p>
            <a:pPr>
              <a:buClr>
                <a:srgbClr val="1287C3"/>
              </a:buClr>
            </a:pPr>
            <a:r>
              <a:rPr lang="en-US" sz="2600"/>
              <a:t>Only explained ~11% of the deviance in the data</a:t>
            </a:r>
          </a:p>
          <a:p>
            <a:pPr>
              <a:buClr>
                <a:srgbClr val="1287C3"/>
              </a:buClr>
            </a:pPr>
            <a:r>
              <a:rPr lang="en-US" sz="2600"/>
              <a:t>This is what we called the "detailed" model</a:t>
            </a:r>
          </a:p>
        </p:txBody>
      </p:sp>
    </p:spTree>
    <p:extLst>
      <p:ext uri="{BB962C8B-B14F-4D97-AF65-F5344CB8AC3E}">
        <p14:creationId xmlns:p14="http://schemas.microsoft.com/office/powerpoint/2010/main" val="1928567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007A5-D129-3355-45E9-C60DDF73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13C63-0E0F-7CF0-3747-73DC8675A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Model Selection: Non-violent crime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DB1D5-3882-AF05-1CD5-9B201928456A}"/>
              </a:ext>
            </a:extLst>
          </p:cNvPr>
          <p:cNvSpPr txBox="1">
            <a:spLocks/>
          </p:cNvSpPr>
          <p:nvPr/>
        </p:nvSpPr>
        <p:spPr>
          <a:xfrm>
            <a:off x="980616" y="1256478"/>
            <a:ext cx="4064780" cy="5180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/>
              <a:t>Training Pipeline</a:t>
            </a:r>
          </a:p>
          <a:p>
            <a:pPr>
              <a:buClr>
                <a:srgbClr val="1287C3"/>
              </a:buClr>
            </a:pPr>
            <a:r>
              <a:rPr lang="en-US" sz="2600"/>
              <a:t>This is the full model aggregated at the weekend and season level</a:t>
            </a:r>
          </a:p>
          <a:p>
            <a:pPr>
              <a:buClr>
                <a:srgbClr val="1287C3"/>
              </a:buClr>
            </a:pPr>
            <a:r>
              <a:rPr lang="en-US" sz="2600"/>
              <a:t>Only explained ~7% of the deviance in the data</a:t>
            </a:r>
          </a:p>
          <a:p>
            <a:pPr>
              <a:buClr>
                <a:srgbClr val="1287C3"/>
              </a:buClr>
            </a:pPr>
            <a:r>
              <a:rPr lang="en-US" sz="2600"/>
              <a:t>This is what we called the "simple" model</a:t>
            </a:r>
          </a:p>
        </p:txBody>
      </p:sp>
      <p:pic>
        <p:nvPicPr>
          <p:cNvPr id="7" name="Content Placeholder 6" descr="A white text with black numbers&#10;&#10;AI-generated content may be incorrect.">
            <a:extLst>
              <a:ext uri="{FF2B5EF4-FFF2-40B4-BE49-F238E27FC236}">
                <a16:creationId xmlns:a16="http://schemas.microsoft.com/office/drawing/2014/main" id="{0AF998B0-9952-3090-2C3D-97CB18DC8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50933" y="1559418"/>
            <a:ext cx="6651501" cy="31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844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C7E78-FC81-0F99-D8D7-83E18796E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8FC53-C0BA-F9AE-7FF1-6DDC22BDD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Model Selection: Non-violent crime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7ECCCE-E991-8286-6A4B-A1FFE660040F}"/>
              </a:ext>
            </a:extLst>
          </p:cNvPr>
          <p:cNvSpPr txBox="1">
            <a:spLocks/>
          </p:cNvSpPr>
          <p:nvPr/>
        </p:nvSpPr>
        <p:spPr>
          <a:xfrm>
            <a:off x="980616" y="1256478"/>
            <a:ext cx="4064780" cy="5180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/>
              <a:t>Training Pipeline</a:t>
            </a:r>
          </a:p>
          <a:p>
            <a:pPr>
              <a:buClr>
                <a:srgbClr val="1287C3"/>
              </a:buClr>
            </a:pPr>
            <a:r>
              <a:rPr lang="en-US" sz="2600"/>
              <a:t>After AIC stepwise selection weekend was eliminated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sz="2600"/>
              <a:t>Still explained ~7% of the deviance in the data</a:t>
            </a:r>
          </a:p>
          <a:p>
            <a:pPr>
              <a:buClr>
                <a:srgbClr val="1287C3"/>
              </a:buClr>
            </a:pPr>
            <a:endParaRPr lang="en-US" sz="2600"/>
          </a:p>
        </p:txBody>
      </p:sp>
      <p:pic>
        <p:nvPicPr>
          <p:cNvPr id="3" name="Picture 2" descr="A white text with black numbers&#10;&#10;AI-generated content may be incorrect.">
            <a:extLst>
              <a:ext uri="{FF2B5EF4-FFF2-40B4-BE49-F238E27FC236}">
                <a16:creationId xmlns:a16="http://schemas.microsoft.com/office/drawing/2014/main" id="{45263579-1853-B7FA-3C96-CD4DAB287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404" y="1562821"/>
            <a:ext cx="6588222" cy="301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40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0F37F-0478-BE8F-277E-BE67E34C3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05915-7BDF-764A-FECE-A6CB8BFF2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Model Selection: Violent crime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3CDD67-881D-D535-B956-D23DFDFEAA75}"/>
              </a:ext>
            </a:extLst>
          </p:cNvPr>
          <p:cNvSpPr txBox="1">
            <a:spLocks/>
          </p:cNvSpPr>
          <p:nvPr/>
        </p:nvSpPr>
        <p:spPr>
          <a:xfrm>
            <a:off x="980616" y="1256478"/>
            <a:ext cx="4064780" cy="5180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/>
              <a:t>Training Pipeline</a:t>
            </a:r>
          </a:p>
          <a:p>
            <a:pPr>
              <a:buClr>
                <a:srgbClr val="1287C3"/>
              </a:buClr>
            </a:pPr>
            <a:r>
              <a:rPr lang="en-US" sz="2600"/>
              <a:t>Stepwise AIC selection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sz="2600"/>
              <a:t>All predictors were kept</a:t>
            </a:r>
          </a:p>
          <a:p>
            <a:pPr>
              <a:buClr>
                <a:srgbClr val="1287C3"/>
              </a:buClr>
            </a:pPr>
            <a:r>
              <a:rPr lang="en-US" sz="2600"/>
              <a:t>Only explained ~24% of the deviance in the data</a:t>
            </a:r>
          </a:p>
          <a:p>
            <a:pPr>
              <a:buClr>
                <a:srgbClr val="1287C3"/>
              </a:buClr>
            </a:pPr>
            <a:r>
              <a:rPr lang="en-US" sz="2600"/>
              <a:t>This is what we called the "detailed" model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675292-4482-A507-7D81-3A1AC0C84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53300" y="1258454"/>
            <a:ext cx="6475216" cy="544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50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CC245-0DE5-8A91-01C3-028C302E4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C533-CE9D-7530-9E08-A03BE1EF7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Model Selection: Violent crime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E79EFC-8B56-2101-EB77-09F952EF5B74}"/>
              </a:ext>
            </a:extLst>
          </p:cNvPr>
          <p:cNvSpPr txBox="1">
            <a:spLocks/>
          </p:cNvSpPr>
          <p:nvPr/>
        </p:nvSpPr>
        <p:spPr>
          <a:xfrm>
            <a:off x="980616" y="1256478"/>
            <a:ext cx="4064780" cy="5180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/>
              <a:t>Training Pipeline</a:t>
            </a:r>
          </a:p>
          <a:p>
            <a:pPr>
              <a:buClr>
                <a:srgbClr val="1287C3"/>
              </a:buClr>
            </a:pPr>
            <a:r>
              <a:rPr lang="en-US" sz="2600"/>
              <a:t>Stepwise AIC selection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sz="2600"/>
              <a:t>All predictors were kept</a:t>
            </a:r>
          </a:p>
          <a:p>
            <a:pPr>
              <a:buClr>
                <a:srgbClr val="1287C3"/>
              </a:buClr>
            </a:pPr>
            <a:r>
              <a:rPr lang="en-US" sz="2600"/>
              <a:t>Only explained ~20% of the deviance in the data</a:t>
            </a:r>
          </a:p>
          <a:p>
            <a:pPr>
              <a:buClr>
                <a:srgbClr val="1287C3"/>
              </a:buClr>
            </a:pPr>
            <a:r>
              <a:rPr lang="en-US" sz="2600"/>
              <a:t>This is what we called the "simple" model</a:t>
            </a:r>
          </a:p>
        </p:txBody>
      </p:sp>
      <p:pic>
        <p:nvPicPr>
          <p:cNvPr id="7" name="Content Placeholder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703369B-24A1-49D2-9DBC-A9EEB7AF4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70826" y="1869474"/>
            <a:ext cx="6578119" cy="31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49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FD504-553C-A3E4-6232-A0F08A827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377AC-3DFF-7BFA-9113-9C6CB30A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Model Selection: Trafficking crime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1857B3-78E8-CE13-412B-8A80DC3D6D29}"/>
              </a:ext>
            </a:extLst>
          </p:cNvPr>
          <p:cNvSpPr txBox="1">
            <a:spLocks/>
          </p:cNvSpPr>
          <p:nvPr/>
        </p:nvSpPr>
        <p:spPr>
          <a:xfrm>
            <a:off x="980616" y="1256478"/>
            <a:ext cx="4064780" cy="5180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/>
              <a:t>Training Pipeline</a:t>
            </a:r>
          </a:p>
          <a:p>
            <a:pPr>
              <a:buClr>
                <a:srgbClr val="1287C3"/>
              </a:buClr>
            </a:pPr>
            <a:r>
              <a:rPr lang="en-US" sz="2600"/>
              <a:t>Stepwise AIC selection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sz="2600"/>
              <a:t>All predictors were kept</a:t>
            </a:r>
          </a:p>
          <a:p>
            <a:pPr>
              <a:buClr>
                <a:srgbClr val="1287C3"/>
              </a:buClr>
            </a:pPr>
            <a:r>
              <a:rPr lang="en-US" sz="2600"/>
              <a:t>Explained ~7% of the deviance in the data</a:t>
            </a:r>
          </a:p>
          <a:p>
            <a:pPr>
              <a:buClr>
                <a:srgbClr val="1287C3"/>
              </a:buClr>
            </a:pPr>
            <a:r>
              <a:rPr lang="en-US" sz="2600"/>
              <a:t>This is what we called the "detailed" model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81E116-E4F6-A005-7904-86234B572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54495" y="1250757"/>
            <a:ext cx="6603676" cy="517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054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8C41-0655-F7EC-C3D1-D3A37D2A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9554-0820-211E-1F03-717A0A790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Model Selection: Trafficking crime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123377C-2950-7A13-F3F4-D88E44C40E21}"/>
              </a:ext>
            </a:extLst>
          </p:cNvPr>
          <p:cNvSpPr txBox="1">
            <a:spLocks/>
          </p:cNvSpPr>
          <p:nvPr/>
        </p:nvSpPr>
        <p:spPr>
          <a:xfrm>
            <a:off x="980616" y="1256478"/>
            <a:ext cx="4064780" cy="5180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/>
              <a:t>Training Pipeline</a:t>
            </a:r>
          </a:p>
          <a:p>
            <a:pPr>
              <a:buClr>
                <a:srgbClr val="1287C3"/>
              </a:buClr>
            </a:pPr>
            <a:r>
              <a:rPr lang="en-US" sz="2600"/>
              <a:t>Stepwise AIC selection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sz="2600"/>
              <a:t>All predictors were kept</a:t>
            </a:r>
          </a:p>
          <a:p>
            <a:pPr>
              <a:buClr>
                <a:srgbClr val="1287C3"/>
              </a:buClr>
            </a:pPr>
            <a:r>
              <a:rPr lang="en-US" sz="2600"/>
              <a:t>Only explained ~3% of the deviance in the data</a:t>
            </a:r>
          </a:p>
          <a:p>
            <a:pPr>
              <a:buClr>
                <a:srgbClr val="1287C3"/>
              </a:buClr>
            </a:pPr>
            <a:r>
              <a:rPr lang="en-US" sz="2600"/>
              <a:t>This is what we called the "simple" model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4B939B-02FB-88D3-6806-C468CF112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50891" y="1712575"/>
            <a:ext cx="6472339" cy="31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47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88FF3-A44C-B8BA-E563-FEFF5E75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59E7-F983-8E41-39F4-0CBDEEE2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Model Selection: Total crime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4912B4-2D65-3C8F-4CDB-FBC854D4B3D0}"/>
              </a:ext>
            </a:extLst>
          </p:cNvPr>
          <p:cNvSpPr txBox="1">
            <a:spLocks/>
          </p:cNvSpPr>
          <p:nvPr/>
        </p:nvSpPr>
        <p:spPr>
          <a:xfrm>
            <a:off x="980616" y="1256478"/>
            <a:ext cx="4064780" cy="5180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/>
              <a:t>Training Pipeline</a:t>
            </a:r>
          </a:p>
          <a:p>
            <a:pPr>
              <a:buClr>
                <a:srgbClr val="1287C3"/>
              </a:buClr>
            </a:pPr>
            <a:r>
              <a:rPr lang="en-US" sz="2600"/>
              <a:t>Stepwise AIC selection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sz="2600"/>
              <a:t>All predictors were kept</a:t>
            </a:r>
          </a:p>
          <a:p>
            <a:pPr>
              <a:buClr>
                <a:srgbClr val="1287C3"/>
              </a:buClr>
            </a:pPr>
            <a:r>
              <a:rPr lang="en-US" sz="2600"/>
              <a:t>Only explained ~11.5% of the deviance in the data</a:t>
            </a:r>
          </a:p>
          <a:p>
            <a:pPr>
              <a:buClr>
                <a:srgbClr val="1287C3"/>
              </a:buClr>
            </a:pPr>
            <a:r>
              <a:rPr lang="en-US" sz="2600"/>
              <a:t>This is what we called the "detailed" model</a:t>
            </a:r>
          </a:p>
        </p:txBody>
      </p:sp>
      <p:pic>
        <p:nvPicPr>
          <p:cNvPr id="7" name="Content Placeholder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54044D0-B7CB-4978-588D-6153AB2CDA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50082" y="1258454"/>
            <a:ext cx="6427774" cy="517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180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03CE5-9E73-C50D-66CA-0823A93A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1FB7B-99DB-2909-DD66-F525BD80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Model Selection: Total crime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0A4E39E-D204-7C7D-1640-57F3E6683641}"/>
              </a:ext>
            </a:extLst>
          </p:cNvPr>
          <p:cNvSpPr txBox="1">
            <a:spLocks/>
          </p:cNvSpPr>
          <p:nvPr/>
        </p:nvSpPr>
        <p:spPr>
          <a:xfrm>
            <a:off x="980616" y="1256478"/>
            <a:ext cx="4064780" cy="5180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/>
              <a:t>Training Pipeline</a:t>
            </a:r>
          </a:p>
          <a:p>
            <a:pPr>
              <a:buClr>
                <a:srgbClr val="1287C3"/>
              </a:buClr>
            </a:pPr>
            <a:r>
              <a:rPr lang="en-US" sz="2600"/>
              <a:t>Stepwise AIC selection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sz="2600"/>
              <a:t>All predictors were kept</a:t>
            </a:r>
          </a:p>
          <a:p>
            <a:pPr>
              <a:buClr>
                <a:srgbClr val="1287C3"/>
              </a:buClr>
            </a:pPr>
            <a:r>
              <a:rPr lang="en-US" sz="2600"/>
              <a:t>Only explained ~9% of the deviance in the data</a:t>
            </a:r>
          </a:p>
          <a:p>
            <a:pPr>
              <a:buClr>
                <a:srgbClr val="1287C3"/>
              </a:buClr>
            </a:pPr>
            <a:r>
              <a:rPr lang="en-US" sz="2600"/>
              <a:t>This is what we called the "simple" model</a:t>
            </a:r>
          </a:p>
        </p:txBody>
      </p:sp>
      <p:pic>
        <p:nvPicPr>
          <p:cNvPr id="7" name="Content Placeholder 6" descr="A white background with black numbers and letters&#10;&#10;AI-generated content may be incorrect.">
            <a:extLst>
              <a:ext uri="{FF2B5EF4-FFF2-40B4-BE49-F238E27FC236}">
                <a16:creationId xmlns:a16="http://schemas.microsoft.com/office/drawing/2014/main" id="{99A99CAF-B00F-630A-A362-3FE06C951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53142" y="1866514"/>
            <a:ext cx="6606383" cy="31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34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1ABB2-84A9-0BAF-1983-5EAEADE79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5FCF2-BFB7-3D57-91E2-F4EBE303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Model Selection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0E5A2E-E562-C273-2631-20926AA18A30}"/>
              </a:ext>
            </a:extLst>
          </p:cNvPr>
          <p:cNvSpPr txBox="1">
            <a:spLocks/>
          </p:cNvSpPr>
          <p:nvPr/>
        </p:nvSpPr>
        <p:spPr>
          <a:xfrm>
            <a:off x="980616" y="1256478"/>
            <a:ext cx="4388052" cy="5180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/>
              <a:t>Testing Set Comparison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/>
              <a:t>Similar RMSE's between simple and detailed models</a:t>
            </a:r>
          </a:p>
          <a:p>
            <a:pPr>
              <a:buClr>
                <a:srgbClr val="1287C3"/>
              </a:buClr>
            </a:pPr>
            <a:endParaRPr lang="en-US"/>
          </a:p>
          <a:p>
            <a:pPr>
              <a:buClr>
                <a:srgbClr val="1287C3"/>
              </a:buClr>
            </a:pPr>
            <a:r>
              <a:rPr lang="en-US"/>
              <a:t>Violent crime seems to benefit the most from including detailed day and month variables</a:t>
            </a:r>
          </a:p>
          <a:p>
            <a:pPr>
              <a:buClr>
                <a:srgbClr val="1287C3"/>
              </a:buClr>
            </a:pPr>
            <a:endParaRPr lang="en-US" sz="2600"/>
          </a:p>
          <a:p>
            <a:pPr>
              <a:buClr>
                <a:srgbClr val="1287C3"/>
              </a:buClr>
            </a:pPr>
            <a:endParaRPr lang="en-US" sz="26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E553763-6D2E-F661-CB37-9DC87C9078EB}"/>
              </a:ext>
            </a:extLst>
          </p:cNvPr>
          <p:cNvGrpSpPr/>
          <p:nvPr/>
        </p:nvGrpSpPr>
        <p:grpSpPr>
          <a:xfrm>
            <a:off x="5238456" y="1417473"/>
            <a:ext cx="6621320" cy="3683711"/>
            <a:chOff x="5228961" y="2133292"/>
            <a:chExt cx="6339361" cy="3473921"/>
          </a:xfrm>
        </p:grpSpPr>
        <p:pic>
          <p:nvPicPr>
            <p:cNvPr id="4" name="Picture 3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B62539A4-62FC-0FE7-817E-098183E4A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4943" y="2133292"/>
              <a:ext cx="6201670" cy="988076"/>
            </a:xfrm>
            <a:prstGeom prst="rect">
              <a:avLst/>
            </a:prstGeom>
          </p:spPr>
        </p:pic>
        <p:pic>
          <p:nvPicPr>
            <p:cNvPr id="3" name="Picture 2" descr="A number of numbers on a white background&#10;&#10;AI-generated content may be incorrect.">
              <a:extLst>
                <a:ext uri="{FF2B5EF4-FFF2-40B4-BE49-F238E27FC236}">
                  <a16:creationId xmlns:a16="http://schemas.microsoft.com/office/drawing/2014/main" id="{A32C6B41-E784-7415-EE7B-D597908BA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99998" y="3403936"/>
              <a:ext cx="5655240" cy="976394"/>
            </a:xfrm>
            <a:prstGeom prst="rect">
              <a:avLst/>
            </a:prstGeom>
          </p:spPr>
        </p:pic>
        <p:pic>
          <p:nvPicPr>
            <p:cNvPr id="5" name="Picture 4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9FDCF656-9F66-3D68-2563-43954F87E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28961" y="4568145"/>
              <a:ext cx="6339361" cy="1039068"/>
            </a:xfrm>
            <a:prstGeom prst="rect">
              <a:avLst/>
            </a:prstGeom>
          </p:spPr>
        </p:pic>
      </p:grpSp>
      <p:pic>
        <p:nvPicPr>
          <p:cNvPr id="11" name="Picture 10" descr="A group of numbers on a white background&#10;&#10;AI-generated content may be incorrect.">
            <a:extLst>
              <a:ext uri="{FF2B5EF4-FFF2-40B4-BE49-F238E27FC236}">
                <a16:creationId xmlns:a16="http://schemas.microsoft.com/office/drawing/2014/main" id="{12D3327E-7E4E-9FC5-8725-046C6C61C7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549" y="5262563"/>
            <a:ext cx="5890780" cy="10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211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F55B6-12A1-6205-F9B4-7CE35C8EA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6F04E-4329-CCEE-6B23-8201C5A83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Model Selection</a:t>
            </a:r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9E1E767-01C6-42FA-1EF1-78BF9CD66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67" y="4185421"/>
            <a:ext cx="5793659" cy="937029"/>
          </a:xfrm>
          <a:prstGeom prst="rect">
            <a:avLst/>
          </a:prstGeom>
        </p:spPr>
      </p:pic>
      <p:pic>
        <p:nvPicPr>
          <p:cNvPr id="3" name="Picture 2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36674AB9-51DD-DCA4-E66E-CE3328605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159" y="4178132"/>
            <a:ext cx="5444361" cy="950692"/>
          </a:xfrm>
          <a:prstGeom prst="rect">
            <a:avLst/>
          </a:prstGeom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F75D6D5-A1A5-C1E7-EDA6-7BB0AA75C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19" y="5360546"/>
            <a:ext cx="5794192" cy="952023"/>
          </a:xfrm>
          <a:prstGeom prst="rect">
            <a:avLst/>
          </a:prstGeom>
        </p:spPr>
      </p:pic>
      <p:pic>
        <p:nvPicPr>
          <p:cNvPr id="11" name="Picture 10" descr="A group of numbers on a white background&#10;&#10;AI-generated content may be incorrect.">
            <a:extLst>
              <a:ext uri="{FF2B5EF4-FFF2-40B4-BE49-F238E27FC236}">
                <a16:creationId xmlns:a16="http://schemas.microsoft.com/office/drawing/2014/main" id="{54E48E28-E456-B170-280E-66EFAD35E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805" y="5360255"/>
            <a:ext cx="5434882" cy="951056"/>
          </a:xfrm>
          <a:prstGeom prst="rect">
            <a:avLst/>
          </a:prstGeom>
        </p:spPr>
      </p:pic>
      <p:pic>
        <p:nvPicPr>
          <p:cNvPr id="7" name="Picture 6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F111DA0D-B654-1329-3C67-60761E921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6140" y="1822084"/>
            <a:ext cx="8499719" cy="171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43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067E9-1279-6FC5-02E0-7D8E344E3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B776C-8FB4-7782-9372-0ECAD8517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44726"/>
            <a:ext cx="10018713" cy="1111752"/>
          </a:xfrm>
        </p:spPr>
        <p:txBody>
          <a:bodyPr>
            <a:normAutofit/>
          </a:bodyPr>
          <a:lstStyle/>
          <a:p>
            <a:r>
              <a:rPr lang="en-US"/>
              <a:t>Example: Total Crime Model Interpretation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6B6034-0852-5587-AEA0-2FE69DDD8619}"/>
              </a:ext>
            </a:extLst>
          </p:cNvPr>
          <p:cNvSpPr txBox="1">
            <a:spLocks/>
          </p:cNvSpPr>
          <p:nvPr/>
        </p:nvSpPr>
        <p:spPr>
          <a:xfrm>
            <a:off x="980616" y="1256478"/>
            <a:ext cx="4064780" cy="51804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/>
              <a:t>Coefficients: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sz="2600"/>
              <a:t>An intercept of 6.44 needs to be exponentiated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sz="2600"/>
              <a:t>Intercept is 620</a:t>
            </a:r>
          </a:p>
          <a:p>
            <a:pPr>
              <a:buClr>
                <a:srgbClr val="1287C3"/>
              </a:buClr>
            </a:pPr>
            <a:r>
              <a:rPr lang="en-US" sz="2600"/>
              <a:t>That equates to baseline (Monday, January, no special event)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sz="2600"/>
              <a:t>Predictors are multiplicative (Saturday has a 7.4% higher average count than Monday)</a:t>
            </a:r>
          </a:p>
        </p:txBody>
      </p:sp>
      <p:pic>
        <p:nvPicPr>
          <p:cNvPr id="7" name="Content Placeholder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F2E8CAB-CC8A-C4A8-2ADC-64B993DF3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50082" y="1258454"/>
            <a:ext cx="6427774" cy="517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5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5BD6-E9FC-C37E-6365-CA2CD289B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Results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C52A0-2F8A-463C-83A1-F80264E3D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14211"/>
            <a:ext cx="10018713" cy="55711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Three negative binomial models showed reasonably good fit: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b="1">
                <a:ea typeface="+mn-lt"/>
                <a:cs typeface="+mn-lt"/>
              </a:rPr>
              <a:t>Non-Violent Crime (Detailed)</a:t>
            </a:r>
            <a:r>
              <a:rPr lang="en-US">
                <a:ea typeface="+mn-lt"/>
                <a:cs typeface="+mn-lt"/>
              </a:rPr>
              <a:t>: RMSE = 58.74, Mean = 236, 11% DE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b="1">
                <a:ea typeface="+mn-lt"/>
                <a:cs typeface="+mn-lt"/>
              </a:rPr>
              <a:t>Violent Crime (Detailed)</a:t>
            </a:r>
            <a:r>
              <a:rPr lang="en-US">
                <a:ea typeface="+mn-lt"/>
                <a:cs typeface="+mn-lt"/>
              </a:rPr>
              <a:t>: RMSE = 37.33, Mean = 358, 24% DE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b="1">
                <a:ea typeface="+mn-lt"/>
                <a:cs typeface="+mn-lt"/>
              </a:rPr>
              <a:t>Total Crime (Detailed)</a:t>
            </a:r>
            <a:r>
              <a:rPr lang="en-US">
                <a:ea typeface="+mn-lt"/>
                <a:cs typeface="+mn-lt"/>
              </a:rPr>
              <a:t>: RMSE = 102.37, Mean = 684, 11.5% DE</a:t>
            </a:r>
          </a:p>
          <a:p>
            <a:pPr marL="0" indent="0">
              <a:buClr>
                <a:srgbClr val="1287C3"/>
              </a:buClr>
              <a:buNone/>
            </a:pPr>
            <a:r>
              <a:rPr lang="en-US"/>
              <a:t>And one showed poor fit:</a:t>
            </a:r>
          </a:p>
          <a:p>
            <a:pPr>
              <a:buClr>
                <a:srgbClr val="1287C3"/>
              </a:buClr>
            </a:pPr>
            <a:r>
              <a:rPr lang="en-US" b="1"/>
              <a:t>Trafficking/Sex Crime (Simple)</a:t>
            </a:r>
            <a:r>
              <a:rPr lang="en-US"/>
              <a:t>: RMSE = 4.95, Mean = 10.28, 3% DE</a:t>
            </a:r>
          </a:p>
          <a:p>
            <a:pPr marL="0" indent="0">
              <a:buClr>
                <a:srgbClr val="30ACEC">
                  <a:lumMod val="75000"/>
                </a:srgbClr>
              </a:buClr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C6D13-B7C1-A01B-9DDC-2F4FE297D602}"/>
              </a:ext>
            </a:extLst>
          </p:cNvPr>
          <p:cNvSpPr txBox="1"/>
          <p:nvPr/>
        </p:nvSpPr>
        <p:spPr>
          <a:xfrm>
            <a:off x="3581720" y="6216762"/>
            <a:ext cx="5029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*DE means Deviance Explained</a:t>
            </a:r>
          </a:p>
        </p:txBody>
      </p:sp>
    </p:spTree>
    <p:extLst>
      <p:ext uri="{BB962C8B-B14F-4D97-AF65-F5344CB8AC3E}">
        <p14:creationId xmlns:p14="http://schemas.microsoft.com/office/powerpoint/2010/main" val="2923521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88B9-238F-CBE6-8539-EE6A9B8E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497006"/>
            <a:ext cx="10018713" cy="1752599"/>
          </a:xfrm>
        </p:spPr>
        <p:txBody>
          <a:bodyPr/>
          <a:lstStyle/>
          <a:p>
            <a:r>
              <a:rPr lang="en-US"/>
              <a:t>Patterns Discovered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B5943-D013-727A-2ACE-F7A30C8DB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44940"/>
            <a:ext cx="9442848" cy="52623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Day of Week Effects: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Non-violent crimes: Peak on Saturdays (+21.3%, p &lt; 0.001), followed by Sundays (+13.1%)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Violent crimes: Peak on Mondays/Sundays (weekends), significant decrease  Tuesday-Thursday (-13.5%, p &lt; 0.001)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Monthly/Seasonal Effects: Summer months (June-August) show highest crime counts across all categories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Non-violent crimes: Peak in July/August (+14-16%, p &lt; 0.001 vs January)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 Violent crimes: Strong summer surge - May through September </a:t>
            </a:r>
          </a:p>
          <a:p>
            <a:pPr marL="0" indent="0">
              <a:buClr>
                <a:srgbClr val="1287C3"/>
              </a:buClr>
              <a:buNone/>
            </a:pPr>
            <a:r>
              <a:rPr lang="en-US">
                <a:ea typeface="+mn-lt"/>
                <a:cs typeface="+mn-lt"/>
              </a:rPr>
              <a:t>      (+27-33%,  p&lt; 0.001)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June shows +16.3% increase compared to January for total crimes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>
                <a:ea typeface="+mn-lt"/>
                <a:cs typeface="+mn-lt"/>
              </a:rPr>
              <a:t>Trafficking/Sex crimes: Lower in winter months (February-March, November-December show –11.3% to –26.3%, p &lt; 0.001)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832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6A75-3B97-EC27-B702-5E640BAD5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Special Event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3973C-D79E-C288-84B1-41571EFE5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72295"/>
            <a:ext cx="10018713" cy="4616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Significant Findings: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b="1">
                <a:ea typeface="+mn-lt"/>
                <a:cs typeface="+mn-lt"/>
              </a:rPr>
              <a:t>General special events</a:t>
            </a:r>
            <a:r>
              <a:rPr lang="en-US">
                <a:ea typeface="+mn-lt"/>
                <a:cs typeface="+mn-lt"/>
              </a:rPr>
              <a:t>: Associated with a drop in total crime between 25% and 48% (p&lt;0.001)</a:t>
            </a:r>
          </a:p>
          <a:p>
            <a:pPr marL="800100" lvl="1" indent="-34290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Likely due to increased police presence and street closures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b="1">
                <a:ea typeface="+mn-lt"/>
                <a:cs typeface="+mn-lt"/>
              </a:rPr>
              <a:t>Lollapalooza festival</a:t>
            </a:r>
            <a:r>
              <a:rPr lang="en-US">
                <a:ea typeface="+mn-lt"/>
                <a:cs typeface="+mn-lt"/>
              </a:rPr>
              <a:t>: Associated with the weakest decrease in crime among special events (~20%-30%)</a:t>
            </a:r>
            <a:endParaRPr lang="en-US"/>
          </a:p>
          <a:p>
            <a:pPr lvl="1">
              <a:buClr>
                <a:srgbClr val="1287C3"/>
              </a:buClr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Consistent with large crowds, tourist activity, and opportunity crimes</a:t>
            </a:r>
            <a:endParaRPr lang="en-US"/>
          </a:p>
          <a:p>
            <a:pPr>
              <a:buClr>
                <a:srgbClr val="1287C3"/>
              </a:buClr>
            </a:pPr>
            <a:r>
              <a:rPr lang="en-US" b="1"/>
              <a:t>Multiplicative effect: </a:t>
            </a:r>
            <a:r>
              <a:rPr lang="en-US"/>
              <a:t>These events showed a significant difference from normal when controlling for season, month, day, and weekend vs. weekday</a:t>
            </a:r>
          </a:p>
        </p:txBody>
      </p:sp>
    </p:spTree>
    <p:extLst>
      <p:ext uri="{BB962C8B-B14F-4D97-AF65-F5344CB8AC3E}">
        <p14:creationId xmlns:p14="http://schemas.microsoft.com/office/powerpoint/2010/main" val="3575925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8D929-3B13-F291-738E-E7B3E39C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Discoveries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7C3D6-CA87-8D2D-C1DC-61781B3B7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1. </a:t>
            </a:r>
            <a:r>
              <a:rPr lang="en-US" b="1">
                <a:ea typeface="+mn-lt"/>
                <a:cs typeface="+mn-lt"/>
              </a:rPr>
              <a:t>Clear seasonality exists</a:t>
            </a:r>
            <a:r>
              <a:rPr lang="en-US">
                <a:ea typeface="+mn-lt"/>
                <a:cs typeface="+mn-lt"/>
              </a:rPr>
              <a:t>: Summer months consistently show 20-30% higher crime rates than winter</a:t>
            </a:r>
            <a:endParaRPr lang="en-US"/>
          </a:p>
          <a:p>
            <a:pPr marL="0" indent="0">
              <a:buClr>
                <a:srgbClr val="1287C3"/>
              </a:buClr>
              <a:buNone/>
            </a:pPr>
            <a:r>
              <a:rPr lang="en-US">
                <a:ea typeface="+mn-lt"/>
                <a:cs typeface="+mn-lt"/>
              </a:rPr>
              <a:t>2. </a:t>
            </a:r>
            <a:r>
              <a:rPr lang="en-US" b="1">
                <a:ea typeface="+mn-lt"/>
                <a:cs typeface="+mn-lt"/>
              </a:rPr>
              <a:t>Weekend patterns differ by crime type</a:t>
            </a:r>
            <a:r>
              <a:rPr lang="en-US">
                <a:ea typeface="+mn-lt"/>
                <a:cs typeface="+mn-lt"/>
              </a:rPr>
              <a:t>: Violent crimes spike on weekends, while non-violent crimes peak on Saturdays specifically</a:t>
            </a:r>
            <a:endParaRPr lang="en-US"/>
          </a:p>
          <a:p>
            <a:pPr marL="0" indent="0">
              <a:buClr>
                <a:srgbClr val="1287C3"/>
              </a:buClr>
              <a:buNone/>
            </a:pPr>
            <a:r>
              <a:rPr lang="en-US">
                <a:ea typeface="+mn-lt"/>
                <a:cs typeface="+mn-lt"/>
              </a:rPr>
              <a:t>3. </a:t>
            </a:r>
            <a:r>
              <a:rPr lang="en-US" b="1">
                <a:ea typeface="+mn-lt"/>
                <a:cs typeface="+mn-lt"/>
              </a:rPr>
              <a:t>Event policing works</a:t>
            </a:r>
            <a:r>
              <a:rPr lang="en-US">
                <a:ea typeface="+mn-lt"/>
                <a:cs typeface="+mn-lt"/>
              </a:rPr>
              <a:t>: Special events reduce crime, likely through resource deployment</a:t>
            </a:r>
            <a:endParaRPr lang="en-US"/>
          </a:p>
          <a:p>
            <a:pPr marL="0" indent="0">
              <a:buClr>
                <a:srgbClr val="1287C3"/>
              </a:buClr>
              <a:buNone/>
            </a:pPr>
            <a:endParaRPr lang="en-US"/>
          </a:p>
          <a:p>
            <a:pPr>
              <a:buClr>
                <a:srgbClr val="1287C3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33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0928C-A17C-B6F8-4A91-0E24C975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B75A2-7045-8CEE-0650-4644E433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03228"/>
            <a:ext cx="10018713" cy="4486939"/>
          </a:xfrm>
        </p:spPr>
        <p:txBody>
          <a:bodyPr>
            <a:normAutofit/>
          </a:bodyPr>
          <a:lstStyle/>
          <a:p>
            <a:r>
              <a:rPr lang="en-US"/>
              <a:t>Increase police staffing during summer months due to crime peaks in summer</a:t>
            </a:r>
          </a:p>
          <a:p>
            <a:pPr lvl="1"/>
            <a:r>
              <a:rPr lang="en-US" b="1"/>
              <a:t>Impact: </a:t>
            </a:r>
            <a:r>
              <a:rPr lang="en-US"/>
              <a:t>Better coverage during high crime periods</a:t>
            </a:r>
          </a:p>
          <a:p>
            <a:r>
              <a:rPr lang="en-US"/>
              <a:t>Maintain higher weekend staffing due to increased crimes on weekends</a:t>
            </a:r>
          </a:p>
          <a:p>
            <a:pPr lvl="1"/>
            <a:r>
              <a:rPr lang="en-US" b="1"/>
              <a:t>Impact: </a:t>
            </a:r>
            <a:r>
              <a:rPr lang="en-US"/>
              <a:t>Reduced criminal activity</a:t>
            </a:r>
          </a:p>
          <a:p>
            <a:r>
              <a:rPr lang="en-US"/>
              <a:t>Continue existing policies during special events</a:t>
            </a:r>
          </a:p>
          <a:p>
            <a:pPr lvl="1"/>
            <a:r>
              <a:rPr lang="en-US" b="1"/>
              <a:t>Impact: </a:t>
            </a:r>
            <a:r>
              <a:rPr lang="en-US"/>
              <a:t>Maintain public safety during high traffic events</a:t>
            </a:r>
            <a:endParaRPr lang="en-US" b="1"/>
          </a:p>
          <a:p>
            <a:r>
              <a:rPr lang="en-US"/>
              <a:t>Launch crime prevention initiatives during the summer</a:t>
            </a:r>
          </a:p>
          <a:p>
            <a:pPr lvl="1"/>
            <a:r>
              <a:rPr lang="en-US" b="1"/>
              <a:t>Impact: </a:t>
            </a:r>
            <a:r>
              <a:rPr lang="en-US"/>
              <a:t> Reduce crime in the summer and allow for positive alternatives to crime</a:t>
            </a:r>
            <a:endParaRPr lang="en-US" b="1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600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2670-6B47-1218-EF5C-415EDDA5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"/>
            <a:ext cx="10018713" cy="914400"/>
          </a:xfrm>
        </p:spPr>
        <p:txBody>
          <a:bodyPr>
            <a:normAutofit/>
          </a:bodyPr>
          <a:lstStyle/>
          <a:p>
            <a:r>
              <a:rPr lang="en-US"/>
              <a:t>Discussion of potential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210D0-0BDE-DD07-2E00-DEB87B47B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5516" y="701749"/>
            <a:ext cx="10586484" cy="6156252"/>
          </a:xfrm>
        </p:spPr>
        <p:txBody>
          <a:bodyPr>
            <a:normAutofit/>
          </a:bodyPr>
          <a:lstStyle/>
          <a:p>
            <a:r>
              <a:rPr lang="en-US" b="1"/>
              <a:t>Limitations</a:t>
            </a:r>
            <a:r>
              <a:rPr lang="en-US"/>
              <a:t>:</a:t>
            </a:r>
          </a:p>
          <a:p>
            <a:pPr lvl="1"/>
            <a:r>
              <a:rPr lang="en-US"/>
              <a:t>Not all crimes reported due to stigma and fear regarding sexual assault and domestic violence</a:t>
            </a:r>
          </a:p>
          <a:p>
            <a:pPr lvl="2"/>
            <a:r>
              <a:rPr lang="en-US">
                <a:sym typeface="Wingdings" panose="05000000000000000000" pitchFamily="2" charset="2"/>
              </a:rPr>
              <a:t>Findings represent reported crime patterns not total criminal activity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Data errors in crime type classification, date/time accuracy, location coding, and data entry</a:t>
            </a:r>
          </a:p>
          <a:p>
            <a:pPr lvl="2"/>
            <a:r>
              <a:rPr lang="en-US">
                <a:sym typeface="Wingdings" panose="05000000000000000000" pitchFamily="2" charset="2"/>
              </a:rPr>
              <a:t>May blur the distinctions between crime categories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Crime classification system changes over the 10-year period</a:t>
            </a:r>
          </a:p>
          <a:p>
            <a:pPr lvl="2"/>
            <a:r>
              <a:rPr lang="en-US">
                <a:sym typeface="Wingdings" panose="05000000000000000000" pitchFamily="2" charset="2"/>
              </a:rPr>
              <a:t>Some trends could reflect changes in reporting procedures, legal definitions, and data collection methods</a:t>
            </a:r>
          </a:p>
          <a:p>
            <a:pPr lvl="2"/>
            <a:r>
              <a:rPr lang="en-US">
                <a:sym typeface="Wingdings" panose="05000000000000000000" pitchFamily="2" charset="2"/>
              </a:rPr>
              <a:t>For example, human trafficking became a more recognized crime category recently</a:t>
            </a:r>
          </a:p>
        </p:txBody>
      </p:sp>
    </p:spTree>
    <p:extLst>
      <p:ext uri="{BB962C8B-B14F-4D97-AF65-F5344CB8AC3E}">
        <p14:creationId xmlns:p14="http://schemas.microsoft.com/office/powerpoint/2010/main" val="2920730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51F9D-9A2F-C7F3-8307-40C401850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DF623-DD6D-1BD7-54A7-E33E19D2D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"/>
            <a:ext cx="10018713" cy="914400"/>
          </a:xfrm>
        </p:spPr>
        <p:txBody>
          <a:bodyPr>
            <a:normAutofit/>
          </a:bodyPr>
          <a:lstStyle/>
          <a:p>
            <a:r>
              <a:rPr lang="en-US"/>
              <a:t>Discussion of potential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DE3B0-4B22-BDCE-218B-632F5AE04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5516" y="701749"/>
            <a:ext cx="10586484" cy="6156252"/>
          </a:xfrm>
        </p:spPr>
        <p:txBody>
          <a:bodyPr>
            <a:normAutofit/>
          </a:bodyPr>
          <a:lstStyle/>
          <a:p>
            <a:r>
              <a:rPr lang="en-US" b="1"/>
              <a:t>Limitations</a:t>
            </a:r>
            <a:r>
              <a:rPr lang="en-US"/>
              <a:t>: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Daily aggregation loses within hour-of-day effects</a:t>
            </a:r>
          </a:p>
          <a:p>
            <a:pPr lvl="2"/>
            <a:r>
              <a:rPr lang="en-US">
                <a:sym typeface="Wingdings" panose="05000000000000000000" pitchFamily="2" charset="2"/>
              </a:rPr>
              <a:t>Cannot assess late-night patterns, rush hour, morning crimes, etc.</a:t>
            </a:r>
            <a:endParaRPr lang="en-US"/>
          </a:p>
          <a:p>
            <a:pPr lvl="1"/>
            <a:r>
              <a:rPr lang="en-US">
                <a:sym typeface="Wingdings" panose="05000000000000000000" pitchFamily="2" charset="2"/>
              </a:rPr>
              <a:t>Cannot establish causes only association</a:t>
            </a:r>
          </a:p>
          <a:p>
            <a:pPr lvl="2"/>
            <a:r>
              <a:rPr lang="en-US"/>
              <a:t>Summer has more crime however we cannot prove that weather causes crime</a:t>
            </a:r>
          </a:p>
          <a:p>
            <a:pPr lvl="3"/>
            <a:r>
              <a:rPr lang="en-US"/>
              <a:t>Could be kids are not in school whereas they are in school in Aug-May</a:t>
            </a:r>
          </a:p>
          <a:p>
            <a:pPr lvl="2"/>
            <a:r>
              <a:rPr lang="en-US"/>
              <a:t>Holidays and special events have lower crime</a:t>
            </a:r>
          </a:p>
          <a:p>
            <a:pPr lvl="3"/>
            <a:r>
              <a:rPr lang="en-US"/>
              <a:t>Could be increased preparedness during high visibility events</a:t>
            </a:r>
          </a:p>
          <a:p>
            <a:pPr lvl="2"/>
            <a:r>
              <a:rPr lang="en-US"/>
              <a:t>Weekends have higher crime rate </a:t>
            </a:r>
          </a:p>
          <a:p>
            <a:pPr lvl="3"/>
            <a:r>
              <a:rPr lang="en-US"/>
              <a:t>Could be kids are not in school as well as alcohol availability or even work schedules</a:t>
            </a:r>
          </a:p>
        </p:txBody>
      </p:sp>
    </p:spTree>
    <p:extLst>
      <p:ext uri="{BB962C8B-B14F-4D97-AF65-F5344CB8AC3E}">
        <p14:creationId xmlns:p14="http://schemas.microsoft.com/office/powerpoint/2010/main" val="3695719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3D680-A3F4-F05B-5762-97E17673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A8FB-5843-86B6-8769-669A4A93B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"/>
            <a:ext cx="10018713" cy="1297172"/>
          </a:xfrm>
        </p:spPr>
        <p:txBody>
          <a:bodyPr>
            <a:normAutofit/>
          </a:bodyPr>
          <a:lstStyle/>
          <a:p>
            <a:r>
              <a:rPr lang="en-US"/>
              <a:t>Discussion of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62B42-6A6B-9394-412E-70EE8D9AD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95153"/>
            <a:ext cx="10018713" cy="5762847"/>
          </a:xfrm>
        </p:spPr>
        <p:txBody>
          <a:bodyPr/>
          <a:lstStyle/>
          <a:p>
            <a:r>
              <a:rPr lang="en-US" b="1"/>
              <a:t>Assumptions</a:t>
            </a:r>
            <a:r>
              <a:rPr lang="en-US"/>
              <a:t>:</a:t>
            </a:r>
          </a:p>
          <a:p>
            <a:pPr lvl="1"/>
            <a:r>
              <a:rPr lang="en-US"/>
              <a:t>Crime reports accurately reflect criminal activity</a:t>
            </a:r>
          </a:p>
          <a:p>
            <a:pPr lvl="2"/>
            <a:r>
              <a:rPr lang="en-US"/>
              <a:t>Classification errors are random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Daily aggregation preserves meaningful patterns</a:t>
            </a:r>
          </a:p>
          <a:p>
            <a:pPr lvl="2"/>
            <a:r>
              <a:rPr lang="en-US">
                <a:sym typeface="Wingdings" panose="05000000000000000000" pitchFamily="2" charset="2"/>
              </a:rPr>
              <a:t>Hour to hour variation is less important than day to day</a:t>
            </a:r>
          </a:p>
          <a:p>
            <a:pPr lvl="2"/>
            <a:r>
              <a:rPr lang="en-US">
                <a:sym typeface="Wingdings" panose="05000000000000000000" pitchFamily="2" charset="2"/>
              </a:rPr>
              <a:t>Daily counts capture relevant information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Crime categories are mutually exclusive</a:t>
            </a:r>
          </a:p>
          <a:p>
            <a:pPr lvl="2"/>
            <a:r>
              <a:rPr lang="en-US">
                <a:sym typeface="Wingdings" panose="05000000000000000000" pitchFamily="2" charset="2"/>
              </a:rPr>
              <a:t>Classification system cleanly separates crime types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No major policy shifts altering crime dynamics and classifications</a:t>
            </a:r>
            <a:endParaRPr lang="en-US"/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449256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5ABF-D203-B091-0D20-6F073B54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6717-F367-1CEB-CBBE-2DF0027E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"/>
            <a:ext cx="10018713" cy="1297172"/>
          </a:xfrm>
        </p:spPr>
        <p:txBody>
          <a:bodyPr>
            <a:normAutofit/>
          </a:bodyPr>
          <a:lstStyle/>
          <a:p>
            <a:r>
              <a:rPr lang="en-US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F3D2F-3848-4ACF-1675-CB76587EA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95153"/>
            <a:ext cx="10018713" cy="57628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312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0685C7B6B1B84F8E8AAD31C7AE17D9" ma:contentTypeVersion="17" ma:contentTypeDescription="Create a new document." ma:contentTypeScope="" ma:versionID="4eaec262126a5c5a602eaa24be52c03d">
  <xsd:schema xmlns:xsd="http://www.w3.org/2001/XMLSchema" xmlns:xs="http://www.w3.org/2001/XMLSchema" xmlns:p="http://schemas.microsoft.com/office/2006/metadata/properties" xmlns:ns3="e4d05477-5440-4223-8999-bf0360bb0f28" xmlns:ns4="312ef7f9-8159-404c-ae28-8931ce0edb7e" targetNamespace="http://schemas.microsoft.com/office/2006/metadata/properties" ma:root="true" ma:fieldsID="baff10f2365a63fd09e23944fe267225" ns3:_="" ns4:_="">
    <xsd:import namespace="e4d05477-5440-4223-8999-bf0360bb0f28"/>
    <xsd:import namespace="312ef7f9-8159-404c-ae28-8931ce0edb7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d05477-5440-4223-8999-bf0360bb0f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2ef7f9-8159-404c-ae28-8931ce0edb7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d05477-5440-4223-8999-bf0360bb0f28" xsi:nil="true"/>
  </documentManagement>
</p:properties>
</file>

<file path=customXml/itemProps1.xml><?xml version="1.0" encoding="utf-8"?>
<ds:datastoreItem xmlns:ds="http://schemas.openxmlformats.org/officeDocument/2006/customXml" ds:itemID="{7DD0A1D7-5139-4F55-A271-CA6B0B6684D5}">
  <ds:schemaRefs>
    <ds:schemaRef ds:uri="312ef7f9-8159-404c-ae28-8931ce0edb7e"/>
    <ds:schemaRef ds:uri="e4d05477-5440-4223-8999-bf0360bb0f2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61581E2-C4AC-44B3-B062-941BFAE7BB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D80463-E066-4DED-8456-4802DFAD524E}">
  <ds:schemaRefs>
    <ds:schemaRef ds:uri="312ef7f9-8159-404c-ae28-8931ce0edb7e"/>
    <ds:schemaRef ds:uri="e4d05477-5440-4223-8999-bf0360bb0f2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Application>Microsoft Office PowerPoint</Application>
  <PresentationFormat>Widescreen</PresentationFormat>
  <Slides>28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Parallax</vt:lpstr>
      <vt:lpstr>Chicago Crimes Dataset</vt:lpstr>
      <vt:lpstr>Our Problem</vt:lpstr>
      <vt:lpstr>Background</vt:lpstr>
      <vt:lpstr>Objectives and Data Sources</vt:lpstr>
      <vt:lpstr>How we obtained the objectives</vt:lpstr>
      <vt:lpstr>Crime Trends Over Time</vt:lpstr>
      <vt:lpstr>Model Specification</vt:lpstr>
      <vt:lpstr>Model Selection: Non-violent crime</vt:lpstr>
      <vt:lpstr>Model Selection: Non-violent crime</vt:lpstr>
      <vt:lpstr>Model Selection: Non-violent crime</vt:lpstr>
      <vt:lpstr>Model Selection: Violent crime</vt:lpstr>
      <vt:lpstr>Model Selection: Violent crime</vt:lpstr>
      <vt:lpstr>Model Selection: Trafficking crime</vt:lpstr>
      <vt:lpstr>Model Selection: Trafficking crime</vt:lpstr>
      <vt:lpstr>Model Selection: Total crime</vt:lpstr>
      <vt:lpstr>Model Selection: Total crime</vt:lpstr>
      <vt:lpstr>Model Selection</vt:lpstr>
      <vt:lpstr>Model Selection</vt:lpstr>
      <vt:lpstr>Example: Total Crime Model Interpretation</vt:lpstr>
      <vt:lpstr>Key Results and Insights</vt:lpstr>
      <vt:lpstr>Patterns Discovered</vt:lpstr>
      <vt:lpstr>Special Event Impact</vt:lpstr>
      <vt:lpstr>Key Discoveries</vt:lpstr>
      <vt:lpstr>Recommendations</vt:lpstr>
      <vt:lpstr>Discussion of potential limitations</vt:lpstr>
      <vt:lpstr>Discussion of potential limitations</vt:lpstr>
      <vt:lpstr>Discussion of assumptions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Faith E</dc:creator>
  <cp:revision>1</cp:revision>
  <dcterms:created xsi:type="dcterms:W3CDTF">2025-11-03T22:00:04Z</dcterms:created>
  <dcterms:modified xsi:type="dcterms:W3CDTF">2025-12-03T21:19:34Z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0x010100440685C7B6B1B84F8E8AAD31C7AE17D9</vt:lpwstr>
  </property>
</Properties>
</file>